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60" r:id="rId5"/>
    <p:sldId id="261"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4E4E"/>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672877-A6A4-4FD3-A7AE-3AC36ED9AF94}" v="55" dt="2026-09-20T07:30:07.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pu Bar" userId="e98bad2d791fe302" providerId="LiveId" clId="{A9572563-8D51-424F-9368-B40779EE485C}"/>
    <pc:docChg chg="undo custSel addSld delSld modSld">
      <pc:chgData name="Dipu Bar" userId="e98bad2d791fe302" providerId="LiveId" clId="{A9572563-8D51-424F-9368-B40779EE485C}" dt="2026-09-20T07:30:42.360" v="3256" actId="1076"/>
      <pc:docMkLst>
        <pc:docMk/>
      </pc:docMkLst>
      <pc:sldChg chg="modSp mod">
        <pc:chgData name="Dipu Bar" userId="e98bad2d791fe302" providerId="LiveId" clId="{A9572563-8D51-424F-9368-B40779EE485C}" dt="2026-09-20T06:41:46.521" v="1848" actId="20577"/>
        <pc:sldMkLst>
          <pc:docMk/>
          <pc:sldMk cId="0" sldId="256"/>
        </pc:sldMkLst>
        <pc:spChg chg="mod">
          <ac:chgData name="Dipu Bar" userId="e98bad2d791fe302" providerId="LiveId" clId="{A9572563-8D51-424F-9368-B40779EE485C}" dt="2026-09-20T05:20:53.690" v="1232" actId="20577"/>
          <ac:spMkLst>
            <pc:docMk/>
            <pc:sldMk cId="0" sldId="256"/>
            <ac:spMk id="7" creationId="{00000000-0000-0000-0000-000000000000}"/>
          </ac:spMkLst>
        </pc:spChg>
        <pc:spChg chg="mod">
          <ac:chgData name="Dipu Bar" userId="e98bad2d791fe302" providerId="LiveId" clId="{A9572563-8D51-424F-9368-B40779EE485C}" dt="2026-09-20T06:41:46.521" v="1848" actId="20577"/>
          <ac:spMkLst>
            <pc:docMk/>
            <pc:sldMk cId="0" sldId="256"/>
            <ac:spMk id="13" creationId="{00000000-0000-0000-0000-000000000000}"/>
          </ac:spMkLst>
        </pc:spChg>
      </pc:sldChg>
      <pc:sldChg chg="delSp modSp mod">
        <pc:chgData name="Dipu Bar" userId="e98bad2d791fe302" providerId="LiveId" clId="{A9572563-8D51-424F-9368-B40779EE485C}" dt="2026-09-20T07:24:08.202" v="3062" actId="478"/>
        <pc:sldMkLst>
          <pc:docMk/>
          <pc:sldMk cId="0" sldId="257"/>
        </pc:sldMkLst>
        <pc:spChg chg="mod">
          <ac:chgData name="Dipu Bar" userId="e98bad2d791fe302" providerId="LiveId" clId="{A9572563-8D51-424F-9368-B40779EE485C}" dt="2026-09-20T03:52:17.635" v="187" actId="1076"/>
          <ac:spMkLst>
            <pc:docMk/>
            <pc:sldMk cId="0" sldId="257"/>
            <ac:spMk id="4" creationId="{00000000-0000-0000-0000-000000000000}"/>
          </ac:spMkLst>
        </pc:spChg>
        <pc:spChg chg="mod">
          <ac:chgData name="Dipu Bar" userId="e98bad2d791fe302" providerId="LiveId" clId="{A9572563-8D51-424F-9368-B40779EE485C}" dt="2026-09-20T03:52:22.018" v="188" actId="1076"/>
          <ac:spMkLst>
            <pc:docMk/>
            <pc:sldMk cId="0" sldId="257"/>
            <ac:spMk id="5" creationId="{00000000-0000-0000-0000-000000000000}"/>
          </ac:spMkLst>
        </pc:spChg>
        <pc:spChg chg="mod">
          <ac:chgData name="Dipu Bar" userId="e98bad2d791fe302" providerId="LiveId" clId="{A9572563-8D51-424F-9368-B40779EE485C}" dt="2026-09-20T05:35:46.428" v="1367" actId="207"/>
          <ac:spMkLst>
            <pc:docMk/>
            <pc:sldMk cId="0" sldId="257"/>
            <ac:spMk id="6" creationId="{00000000-0000-0000-0000-000000000000}"/>
          </ac:spMkLst>
        </pc:spChg>
        <pc:spChg chg="mod">
          <ac:chgData name="Dipu Bar" userId="e98bad2d791fe302" providerId="LiveId" clId="{A9572563-8D51-424F-9368-B40779EE485C}" dt="2026-09-20T03:52:44.177" v="192" actId="1076"/>
          <ac:spMkLst>
            <pc:docMk/>
            <pc:sldMk cId="0" sldId="257"/>
            <ac:spMk id="10" creationId="{00000000-0000-0000-0000-000000000000}"/>
          </ac:spMkLst>
        </pc:spChg>
        <pc:spChg chg="mod">
          <ac:chgData name="Dipu Bar" userId="e98bad2d791fe302" providerId="LiveId" clId="{A9572563-8D51-424F-9368-B40779EE485C}" dt="2026-09-20T05:35:37.435" v="1366" actId="207"/>
          <ac:spMkLst>
            <pc:docMk/>
            <pc:sldMk cId="0" sldId="257"/>
            <ac:spMk id="13" creationId="{00000000-0000-0000-0000-000000000000}"/>
          </ac:spMkLst>
        </pc:spChg>
        <pc:spChg chg="mod">
          <ac:chgData name="Dipu Bar" userId="e98bad2d791fe302" providerId="LiveId" clId="{A9572563-8D51-424F-9368-B40779EE485C}" dt="2026-09-20T03:52:34.695" v="189" actId="1076"/>
          <ac:spMkLst>
            <pc:docMk/>
            <pc:sldMk cId="0" sldId="257"/>
            <ac:spMk id="17" creationId="{00000000-0000-0000-0000-000000000000}"/>
          </ac:spMkLst>
        </pc:spChg>
        <pc:spChg chg="mod">
          <ac:chgData name="Dipu Bar" userId="e98bad2d791fe302" providerId="LiveId" clId="{A9572563-8D51-424F-9368-B40779EE485C}" dt="2026-09-20T03:52:48.476" v="193" actId="1076"/>
          <ac:spMkLst>
            <pc:docMk/>
            <pc:sldMk cId="0" sldId="257"/>
            <ac:spMk id="18" creationId="{00000000-0000-0000-0000-000000000000}"/>
          </ac:spMkLst>
        </pc:spChg>
        <pc:spChg chg="mod">
          <ac:chgData name="Dipu Bar" userId="e98bad2d791fe302" providerId="LiveId" clId="{A9572563-8D51-424F-9368-B40779EE485C}" dt="2026-09-20T05:35:50.983" v="1368" actId="207"/>
          <ac:spMkLst>
            <pc:docMk/>
            <pc:sldMk cId="0" sldId="257"/>
            <ac:spMk id="20" creationId="{00000000-0000-0000-0000-000000000000}"/>
          </ac:spMkLst>
        </pc:spChg>
        <pc:spChg chg="mod">
          <ac:chgData name="Dipu Bar" userId="e98bad2d791fe302" providerId="LiveId" clId="{A9572563-8D51-424F-9368-B40779EE485C}" dt="2026-09-20T03:52:34.695" v="189" actId="1076"/>
          <ac:spMkLst>
            <pc:docMk/>
            <pc:sldMk cId="0" sldId="257"/>
            <ac:spMk id="21" creationId="{00000000-0000-0000-0000-000000000000}"/>
          </ac:spMkLst>
        </pc:spChg>
        <pc:spChg chg="mod">
          <ac:chgData name="Dipu Bar" userId="e98bad2d791fe302" providerId="LiveId" clId="{A9572563-8D51-424F-9368-B40779EE485C}" dt="2026-09-20T03:52:34.695" v="189" actId="1076"/>
          <ac:spMkLst>
            <pc:docMk/>
            <pc:sldMk cId="0" sldId="257"/>
            <ac:spMk id="23" creationId="{00000000-0000-0000-0000-000000000000}"/>
          </ac:spMkLst>
        </pc:spChg>
        <pc:spChg chg="mod">
          <ac:chgData name="Dipu Bar" userId="e98bad2d791fe302" providerId="LiveId" clId="{A9572563-8D51-424F-9368-B40779EE485C}" dt="2026-09-20T03:52:34.695" v="189" actId="1076"/>
          <ac:spMkLst>
            <pc:docMk/>
            <pc:sldMk cId="0" sldId="257"/>
            <ac:spMk id="24" creationId="{00000000-0000-0000-0000-000000000000}"/>
          </ac:spMkLst>
        </pc:spChg>
        <pc:spChg chg="del">
          <ac:chgData name="Dipu Bar" userId="e98bad2d791fe302" providerId="LiveId" clId="{A9572563-8D51-424F-9368-B40779EE485C}" dt="2026-09-20T07:24:08.202" v="3062" actId="478"/>
          <ac:spMkLst>
            <pc:docMk/>
            <pc:sldMk cId="0" sldId="257"/>
            <ac:spMk id="33" creationId="{00000000-0000-0000-0000-000000000000}"/>
          </ac:spMkLst>
        </pc:spChg>
        <pc:spChg chg="del">
          <ac:chgData name="Dipu Bar" userId="e98bad2d791fe302" providerId="LiveId" clId="{A9572563-8D51-424F-9368-B40779EE485C}" dt="2026-09-20T07:24:08.202" v="3062" actId="478"/>
          <ac:spMkLst>
            <pc:docMk/>
            <pc:sldMk cId="0" sldId="257"/>
            <ac:spMk id="35" creationId="{00000000-0000-0000-0000-000000000000}"/>
          </ac:spMkLst>
        </pc:spChg>
        <pc:spChg chg="del">
          <ac:chgData name="Dipu Bar" userId="e98bad2d791fe302" providerId="LiveId" clId="{A9572563-8D51-424F-9368-B40779EE485C}" dt="2026-09-20T07:24:08.202" v="3062" actId="478"/>
          <ac:spMkLst>
            <pc:docMk/>
            <pc:sldMk cId="0" sldId="257"/>
            <ac:spMk id="36" creationId="{00000000-0000-0000-0000-000000000000}"/>
          </ac:spMkLst>
        </pc:spChg>
        <pc:spChg chg="del">
          <ac:chgData name="Dipu Bar" userId="e98bad2d791fe302" providerId="LiveId" clId="{A9572563-8D51-424F-9368-B40779EE485C}" dt="2026-09-20T07:24:08.202" v="3062" actId="478"/>
          <ac:spMkLst>
            <pc:docMk/>
            <pc:sldMk cId="0" sldId="257"/>
            <ac:spMk id="38" creationId="{00000000-0000-0000-0000-000000000000}"/>
          </ac:spMkLst>
        </pc:spChg>
        <pc:spChg chg="del">
          <ac:chgData name="Dipu Bar" userId="e98bad2d791fe302" providerId="LiveId" clId="{A9572563-8D51-424F-9368-B40779EE485C}" dt="2026-09-20T07:24:08.202" v="3062" actId="478"/>
          <ac:spMkLst>
            <pc:docMk/>
            <pc:sldMk cId="0" sldId="257"/>
            <ac:spMk id="39" creationId="{00000000-0000-0000-0000-000000000000}"/>
          </ac:spMkLst>
        </pc:spChg>
        <pc:spChg chg="del">
          <ac:chgData name="Dipu Bar" userId="e98bad2d791fe302" providerId="LiveId" clId="{A9572563-8D51-424F-9368-B40779EE485C}" dt="2026-09-20T07:24:08.202" v="3062" actId="478"/>
          <ac:spMkLst>
            <pc:docMk/>
            <pc:sldMk cId="0" sldId="257"/>
            <ac:spMk id="41" creationId="{00000000-0000-0000-0000-000000000000}"/>
          </ac:spMkLst>
        </pc:spChg>
        <pc:spChg chg="del">
          <ac:chgData name="Dipu Bar" userId="e98bad2d791fe302" providerId="LiveId" clId="{A9572563-8D51-424F-9368-B40779EE485C}" dt="2026-09-20T07:24:08.202" v="3062" actId="478"/>
          <ac:spMkLst>
            <pc:docMk/>
            <pc:sldMk cId="0" sldId="257"/>
            <ac:spMk id="42" creationId="{00000000-0000-0000-0000-000000000000}"/>
          </ac:spMkLst>
        </pc:spChg>
        <pc:spChg chg="del">
          <ac:chgData name="Dipu Bar" userId="e98bad2d791fe302" providerId="LiveId" clId="{A9572563-8D51-424F-9368-B40779EE485C}" dt="2026-09-20T07:24:08.202" v="3062" actId="478"/>
          <ac:spMkLst>
            <pc:docMk/>
            <pc:sldMk cId="0" sldId="257"/>
            <ac:spMk id="44" creationId="{00000000-0000-0000-0000-000000000000}"/>
          </ac:spMkLst>
        </pc:spChg>
        <pc:spChg chg="mod">
          <ac:chgData name="Dipu Bar" userId="e98bad2d791fe302" providerId="LiveId" clId="{A9572563-8D51-424F-9368-B40779EE485C}" dt="2026-09-20T03:52:34.695" v="189" actId="1076"/>
          <ac:spMkLst>
            <pc:docMk/>
            <pc:sldMk cId="0" sldId="257"/>
            <ac:spMk id="56" creationId="{87116926-892A-DA1A-59C6-8047AE0E4691}"/>
          </ac:spMkLst>
        </pc:spChg>
        <pc:spChg chg="mod">
          <ac:chgData name="Dipu Bar" userId="e98bad2d791fe302" providerId="LiveId" clId="{A9572563-8D51-424F-9368-B40779EE485C}" dt="2026-09-20T05:35:55.205" v="1369" actId="207"/>
          <ac:spMkLst>
            <pc:docMk/>
            <pc:sldMk cId="0" sldId="257"/>
            <ac:spMk id="58" creationId="{A3DD0A07-FCF9-01D6-7773-90DD1919476A}"/>
          </ac:spMkLst>
        </pc:spChg>
        <pc:spChg chg="mod">
          <ac:chgData name="Dipu Bar" userId="e98bad2d791fe302" providerId="LiveId" clId="{A9572563-8D51-424F-9368-B40779EE485C}" dt="2026-09-20T03:49:06.706" v="45" actId="20577"/>
          <ac:spMkLst>
            <pc:docMk/>
            <pc:sldMk cId="0" sldId="257"/>
            <ac:spMk id="62" creationId="{C1934399-0F93-63CC-28AD-95285863265F}"/>
          </ac:spMkLst>
        </pc:spChg>
        <pc:spChg chg="mod">
          <ac:chgData name="Dipu Bar" userId="e98bad2d791fe302" providerId="LiveId" clId="{A9572563-8D51-424F-9368-B40779EE485C}" dt="2026-09-20T03:52:34.695" v="189" actId="1076"/>
          <ac:spMkLst>
            <pc:docMk/>
            <pc:sldMk cId="0" sldId="257"/>
            <ac:spMk id="64" creationId="{D6361ABA-F690-45DF-DD6C-6E49DE0477BE}"/>
          </ac:spMkLst>
        </pc:spChg>
        <pc:spChg chg="mod">
          <ac:chgData name="Dipu Bar" userId="e98bad2d791fe302" providerId="LiveId" clId="{A9572563-8D51-424F-9368-B40779EE485C}" dt="2026-09-20T05:35:59.816" v="1370" actId="207"/>
          <ac:spMkLst>
            <pc:docMk/>
            <pc:sldMk cId="0" sldId="257"/>
            <ac:spMk id="68" creationId="{2D61F9CF-46CC-F12A-564A-651B84AE9D80}"/>
          </ac:spMkLst>
        </pc:spChg>
        <pc:spChg chg="mod">
          <ac:chgData name="Dipu Bar" userId="e98bad2d791fe302" providerId="LiveId" clId="{A9572563-8D51-424F-9368-B40779EE485C}" dt="2026-09-20T03:52:34.695" v="189" actId="1076"/>
          <ac:spMkLst>
            <pc:docMk/>
            <pc:sldMk cId="0" sldId="257"/>
            <ac:spMk id="80" creationId="{A1797E38-C156-5E70-2811-2D5B8082AA03}"/>
          </ac:spMkLst>
        </pc:spChg>
        <pc:spChg chg="mod">
          <ac:chgData name="Dipu Bar" userId="e98bad2d791fe302" providerId="LiveId" clId="{A9572563-8D51-424F-9368-B40779EE485C}" dt="2026-09-20T03:50:37.725" v="171" actId="20577"/>
          <ac:spMkLst>
            <pc:docMk/>
            <pc:sldMk cId="0" sldId="257"/>
            <ac:spMk id="87" creationId="{ECC86855-DBE5-2132-3F0C-DA16ADB47AE2}"/>
          </ac:spMkLst>
        </pc:spChg>
        <pc:picChg chg="del">
          <ac:chgData name="Dipu Bar" userId="e98bad2d791fe302" providerId="LiveId" clId="{A9572563-8D51-424F-9368-B40779EE485C}" dt="2026-09-20T07:24:08.202" v="3062" actId="478"/>
          <ac:picMkLst>
            <pc:docMk/>
            <pc:sldMk cId="0" sldId="257"/>
            <ac:picMk id="34" creationId="{00000000-0000-0000-0000-000000000000}"/>
          </ac:picMkLst>
        </pc:picChg>
        <pc:picChg chg="del">
          <ac:chgData name="Dipu Bar" userId="e98bad2d791fe302" providerId="LiveId" clId="{A9572563-8D51-424F-9368-B40779EE485C}" dt="2026-09-20T07:24:08.202" v="3062" actId="478"/>
          <ac:picMkLst>
            <pc:docMk/>
            <pc:sldMk cId="0" sldId="257"/>
            <ac:picMk id="40" creationId="{00000000-0000-0000-0000-000000000000}"/>
          </ac:picMkLst>
        </pc:picChg>
      </pc:sldChg>
      <pc:sldChg chg="addSp delSp modSp mod">
        <pc:chgData name="Dipu Bar" userId="e98bad2d791fe302" providerId="LiveId" clId="{A9572563-8D51-424F-9368-B40779EE485C}" dt="2026-09-20T04:49:50.238" v="992" actId="113"/>
        <pc:sldMkLst>
          <pc:docMk/>
          <pc:sldMk cId="0" sldId="258"/>
        </pc:sldMkLst>
        <pc:spChg chg="add del mod">
          <ac:chgData name="Dipu Bar" userId="e98bad2d791fe302" providerId="LiveId" clId="{A9572563-8D51-424F-9368-B40779EE485C}" dt="2026-09-20T03:51:23.845" v="185"/>
          <ac:spMkLst>
            <pc:docMk/>
            <pc:sldMk cId="0" sldId="258"/>
            <ac:spMk id="2" creationId="{C874E62D-6DC6-E0AD-560F-D2AE06757745}"/>
          </ac:spMkLst>
        </pc:spChg>
        <pc:spChg chg="mod">
          <ac:chgData name="Dipu Bar" userId="e98bad2d791fe302" providerId="LiveId" clId="{A9572563-8D51-424F-9368-B40779EE485C}" dt="2026-09-20T03:57:17.050" v="249" actId="14100"/>
          <ac:spMkLst>
            <pc:docMk/>
            <pc:sldMk cId="0" sldId="258"/>
            <ac:spMk id="4" creationId="{00000000-0000-0000-0000-000000000000}"/>
          </ac:spMkLst>
        </pc:spChg>
        <pc:spChg chg="mod">
          <ac:chgData name="Dipu Bar" userId="e98bad2d791fe302" providerId="LiveId" clId="{A9572563-8D51-424F-9368-B40779EE485C}" dt="2026-09-20T03:51:16.507" v="181" actId="1076"/>
          <ac:spMkLst>
            <pc:docMk/>
            <pc:sldMk cId="0" sldId="258"/>
            <ac:spMk id="5" creationId="{00000000-0000-0000-0000-000000000000}"/>
          </ac:spMkLst>
        </pc:spChg>
        <pc:spChg chg="mod">
          <ac:chgData name="Dipu Bar" userId="e98bad2d791fe302" providerId="LiveId" clId="{A9572563-8D51-424F-9368-B40779EE485C}" dt="2026-09-20T03:57:22.829" v="251" actId="1076"/>
          <ac:spMkLst>
            <pc:docMk/>
            <pc:sldMk cId="0" sldId="258"/>
            <ac:spMk id="6" creationId="{00000000-0000-0000-0000-000000000000}"/>
          </ac:spMkLst>
        </pc:spChg>
        <pc:spChg chg="mod">
          <ac:chgData name="Dipu Bar" userId="e98bad2d791fe302" providerId="LiveId" clId="{A9572563-8D51-424F-9368-B40779EE485C}" dt="2026-09-20T03:57:33.127" v="253" actId="20577"/>
          <ac:spMkLst>
            <pc:docMk/>
            <pc:sldMk cId="0" sldId="258"/>
            <ac:spMk id="8" creationId="{00000000-0000-0000-0000-000000000000}"/>
          </ac:spMkLst>
        </pc:spChg>
        <pc:spChg chg="mod">
          <ac:chgData name="Dipu Bar" userId="e98bad2d791fe302" providerId="LiveId" clId="{A9572563-8D51-424F-9368-B40779EE485C}" dt="2026-09-20T03:57:12.488" v="248" actId="1076"/>
          <ac:spMkLst>
            <pc:docMk/>
            <pc:sldMk cId="0" sldId="258"/>
            <ac:spMk id="9" creationId="{00000000-0000-0000-0000-000000000000}"/>
          </ac:spMkLst>
        </pc:spChg>
        <pc:spChg chg="mod">
          <ac:chgData name="Dipu Bar" userId="e98bad2d791fe302" providerId="LiveId" clId="{A9572563-8D51-424F-9368-B40779EE485C}" dt="2026-09-20T03:58:06.049" v="276" actId="1076"/>
          <ac:spMkLst>
            <pc:docMk/>
            <pc:sldMk cId="0" sldId="258"/>
            <ac:spMk id="10" creationId="{00000000-0000-0000-0000-000000000000}"/>
          </ac:spMkLst>
        </pc:spChg>
        <pc:spChg chg="mod">
          <ac:chgData name="Dipu Bar" userId="e98bad2d791fe302" providerId="LiveId" clId="{A9572563-8D51-424F-9368-B40779EE485C}" dt="2026-09-20T03:58:06.049" v="276" actId="1076"/>
          <ac:spMkLst>
            <pc:docMk/>
            <pc:sldMk cId="0" sldId="258"/>
            <ac:spMk id="11" creationId="{00000000-0000-0000-0000-000000000000}"/>
          </ac:spMkLst>
        </pc:spChg>
        <pc:spChg chg="mod">
          <ac:chgData name="Dipu Bar" userId="e98bad2d791fe302" providerId="LiveId" clId="{A9572563-8D51-424F-9368-B40779EE485C}" dt="2026-09-20T03:58:06.049" v="276" actId="1076"/>
          <ac:spMkLst>
            <pc:docMk/>
            <pc:sldMk cId="0" sldId="258"/>
            <ac:spMk id="12" creationId="{00000000-0000-0000-0000-000000000000}"/>
          </ac:spMkLst>
        </pc:spChg>
        <pc:spChg chg="mod">
          <ac:chgData name="Dipu Bar" userId="e98bad2d791fe302" providerId="LiveId" clId="{A9572563-8D51-424F-9368-B40779EE485C}" dt="2026-09-20T03:58:22.193" v="279" actId="1076"/>
          <ac:spMkLst>
            <pc:docMk/>
            <pc:sldMk cId="0" sldId="258"/>
            <ac:spMk id="13" creationId="{00000000-0000-0000-0000-000000000000}"/>
          </ac:spMkLst>
        </pc:spChg>
        <pc:spChg chg="mod">
          <ac:chgData name="Dipu Bar" userId="e98bad2d791fe302" providerId="LiveId" clId="{A9572563-8D51-424F-9368-B40779EE485C}" dt="2026-09-20T03:58:15.510" v="278" actId="1076"/>
          <ac:spMkLst>
            <pc:docMk/>
            <pc:sldMk cId="0" sldId="258"/>
            <ac:spMk id="14" creationId="{00000000-0000-0000-0000-000000000000}"/>
          </ac:spMkLst>
        </pc:spChg>
        <pc:spChg chg="mod">
          <ac:chgData name="Dipu Bar" userId="e98bad2d791fe302" providerId="LiveId" clId="{A9572563-8D51-424F-9368-B40779EE485C}" dt="2026-09-20T04:35:11.770" v="840" actId="1076"/>
          <ac:spMkLst>
            <pc:docMk/>
            <pc:sldMk cId="0" sldId="258"/>
            <ac:spMk id="15" creationId="{00000000-0000-0000-0000-000000000000}"/>
          </ac:spMkLst>
        </pc:spChg>
        <pc:spChg chg="mod">
          <ac:chgData name="Dipu Bar" userId="e98bad2d791fe302" providerId="LiveId" clId="{A9572563-8D51-424F-9368-B40779EE485C}" dt="2026-09-20T04:49:42.024" v="990" actId="113"/>
          <ac:spMkLst>
            <pc:docMk/>
            <pc:sldMk cId="0" sldId="258"/>
            <ac:spMk id="16" creationId="{00000000-0000-0000-0000-000000000000}"/>
          </ac:spMkLst>
        </pc:spChg>
        <pc:spChg chg="del mod">
          <ac:chgData name="Dipu Bar" userId="e98bad2d791fe302" providerId="LiveId" clId="{A9572563-8D51-424F-9368-B40779EE485C}" dt="2026-09-20T04:17:08.313" v="437" actId="478"/>
          <ac:spMkLst>
            <pc:docMk/>
            <pc:sldMk cId="0" sldId="258"/>
            <ac:spMk id="17" creationId="{00000000-0000-0000-0000-000000000000}"/>
          </ac:spMkLst>
        </pc:spChg>
        <pc:spChg chg="del mod">
          <ac:chgData name="Dipu Bar" userId="e98bad2d791fe302" providerId="LiveId" clId="{A9572563-8D51-424F-9368-B40779EE485C}" dt="2026-09-20T04:17:04.015" v="436" actId="478"/>
          <ac:spMkLst>
            <pc:docMk/>
            <pc:sldMk cId="0" sldId="258"/>
            <ac:spMk id="18" creationId="{00000000-0000-0000-0000-000000000000}"/>
          </ac:spMkLst>
        </pc:spChg>
        <pc:spChg chg="del">
          <ac:chgData name="Dipu Bar" userId="e98bad2d791fe302" providerId="LiveId" clId="{A9572563-8D51-424F-9368-B40779EE485C}" dt="2026-09-20T04:22:58.418" v="590" actId="478"/>
          <ac:spMkLst>
            <pc:docMk/>
            <pc:sldMk cId="0" sldId="258"/>
            <ac:spMk id="19" creationId="{00000000-0000-0000-0000-000000000000}"/>
          </ac:spMkLst>
        </pc:spChg>
        <pc:spChg chg="del">
          <ac:chgData name="Dipu Bar" userId="e98bad2d791fe302" providerId="LiveId" clId="{A9572563-8D51-424F-9368-B40779EE485C}" dt="2026-09-20T04:22:58.418" v="590" actId="478"/>
          <ac:spMkLst>
            <pc:docMk/>
            <pc:sldMk cId="0" sldId="258"/>
            <ac:spMk id="20" creationId="{00000000-0000-0000-0000-000000000000}"/>
          </ac:spMkLst>
        </pc:spChg>
        <pc:spChg chg="del">
          <ac:chgData name="Dipu Bar" userId="e98bad2d791fe302" providerId="LiveId" clId="{A9572563-8D51-424F-9368-B40779EE485C}" dt="2026-09-20T04:22:58.418" v="590" actId="478"/>
          <ac:spMkLst>
            <pc:docMk/>
            <pc:sldMk cId="0" sldId="258"/>
            <ac:spMk id="21" creationId="{00000000-0000-0000-0000-000000000000}"/>
          </ac:spMkLst>
        </pc:spChg>
        <pc:spChg chg="del">
          <ac:chgData name="Dipu Bar" userId="e98bad2d791fe302" providerId="LiveId" clId="{A9572563-8D51-424F-9368-B40779EE485C}" dt="2026-09-20T04:22:58.418" v="590" actId="478"/>
          <ac:spMkLst>
            <pc:docMk/>
            <pc:sldMk cId="0" sldId="258"/>
            <ac:spMk id="23" creationId="{00000000-0000-0000-0000-000000000000}"/>
          </ac:spMkLst>
        </pc:spChg>
        <pc:spChg chg="del">
          <ac:chgData name="Dipu Bar" userId="e98bad2d791fe302" providerId="LiveId" clId="{A9572563-8D51-424F-9368-B40779EE485C}" dt="2026-09-20T04:22:58.418" v="590" actId="478"/>
          <ac:spMkLst>
            <pc:docMk/>
            <pc:sldMk cId="0" sldId="258"/>
            <ac:spMk id="25" creationId="{00000000-0000-0000-0000-000000000000}"/>
          </ac:spMkLst>
        </pc:spChg>
        <pc:spChg chg="del">
          <ac:chgData name="Dipu Bar" userId="e98bad2d791fe302" providerId="LiveId" clId="{A9572563-8D51-424F-9368-B40779EE485C}" dt="2026-09-20T04:22:58.418" v="590" actId="478"/>
          <ac:spMkLst>
            <pc:docMk/>
            <pc:sldMk cId="0" sldId="258"/>
            <ac:spMk id="27" creationId="{00000000-0000-0000-0000-000000000000}"/>
          </ac:spMkLst>
        </pc:spChg>
        <pc:spChg chg="del">
          <ac:chgData name="Dipu Bar" userId="e98bad2d791fe302" providerId="LiveId" clId="{A9572563-8D51-424F-9368-B40779EE485C}" dt="2026-09-20T04:22:58.418" v="590" actId="478"/>
          <ac:spMkLst>
            <pc:docMk/>
            <pc:sldMk cId="0" sldId="258"/>
            <ac:spMk id="29" creationId="{00000000-0000-0000-0000-000000000000}"/>
          </ac:spMkLst>
        </pc:spChg>
        <pc:spChg chg="del">
          <ac:chgData name="Dipu Bar" userId="e98bad2d791fe302" providerId="LiveId" clId="{A9572563-8D51-424F-9368-B40779EE485C}" dt="2026-09-20T04:22:58.418" v="590" actId="478"/>
          <ac:spMkLst>
            <pc:docMk/>
            <pc:sldMk cId="0" sldId="258"/>
            <ac:spMk id="31" creationId="{00000000-0000-0000-0000-000000000000}"/>
          </ac:spMkLst>
        </pc:spChg>
        <pc:spChg chg="del">
          <ac:chgData name="Dipu Bar" userId="e98bad2d791fe302" providerId="LiveId" clId="{A9572563-8D51-424F-9368-B40779EE485C}" dt="2026-09-20T04:22:58.418" v="590" actId="478"/>
          <ac:spMkLst>
            <pc:docMk/>
            <pc:sldMk cId="0" sldId="258"/>
            <ac:spMk id="33" creationId="{00000000-0000-0000-0000-000000000000}"/>
          </ac:spMkLst>
        </pc:spChg>
        <pc:spChg chg="del">
          <ac:chgData name="Dipu Bar" userId="e98bad2d791fe302" providerId="LiveId" clId="{A9572563-8D51-424F-9368-B40779EE485C}" dt="2026-09-20T04:21:45.733" v="588" actId="478"/>
          <ac:spMkLst>
            <pc:docMk/>
            <pc:sldMk cId="0" sldId="258"/>
            <ac:spMk id="34" creationId="{00000000-0000-0000-0000-000000000000}"/>
          </ac:spMkLst>
        </pc:spChg>
        <pc:spChg chg="add mod">
          <ac:chgData name="Dipu Bar" userId="e98bad2d791fe302" providerId="LiveId" clId="{A9572563-8D51-424F-9368-B40779EE485C}" dt="2026-09-20T04:38:10.209" v="858" actId="1076"/>
          <ac:spMkLst>
            <pc:docMk/>
            <pc:sldMk cId="0" sldId="258"/>
            <ac:spMk id="37" creationId="{0C4D6EEF-ECAD-14FB-FB6A-4CAC2C16F694}"/>
          </ac:spMkLst>
        </pc:spChg>
        <pc:spChg chg="add mod">
          <ac:chgData name="Dipu Bar" userId="e98bad2d791fe302" providerId="LiveId" clId="{A9572563-8D51-424F-9368-B40779EE485C}" dt="2026-09-20T04:49:46.083" v="991" actId="113"/>
          <ac:spMkLst>
            <pc:docMk/>
            <pc:sldMk cId="0" sldId="258"/>
            <ac:spMk id="39" creationId="{DE07E547-85EE-174C-FBD9-5B47E42B6B12}"/>
          </ac:spMkLst>
        </pc:spChg>
        <pc:spChg chg="add mod">
          <ac:chgData name="Dipu Bar" userId="e98bad2d791fe302" providerId="LiveId" clId="{A9572563-8D51-424F-9368-B40779EE485C}" dt="2026-09-20T04:38:05.812" v="857" actId="1076"/>
          <ac:spMkLst>
            <pc:docMk/>
            <pc:sldMk cId="0" sldId="258"/>
            <ac:spMk id="41" creationId="{B2C626E5-3DBD-EEE8-E003-88EE80EA24AD}"/>
          </ac:spMkLst>
        </pc:spChg>
        <pc:spChg chg="add mod">
          <ac:chgData name="Dipu Bar" userId="e98bad2d791fe302" providerId="LiveId" clId="{A9572563-8D51-424F-9368-B40779EE485C}" dt="2026-09-20T04:49:50.238" v="992" actId="113"/>
          <ac:spMkLst>
            <pc:docMk/>
            <pc:sldMk cId="0" sldId="258"/>
            <ac:spMk id="43" creationId="{A5119AD4-22C0-8714-2F35-ACF6AD8444EB}"/>
          </ac:spMkLst>
        </pc:spChg>
        <pc:spChg chg="add mod">
          <ac:chgData name="Dipu Bar" userId="e98bad2d791fe302" providerId="LiveId" clId="{A9572563-8D51-424F-9368-B40779EE485C}" dt="2026-09-20T04:44:16.315" v="889" actId="1076"/>
          <ac:spMkLst>
            <pc:docMk/>
            <pc:sldMk cId="0" sldId="258"/>
            <ac:spMk id="45" creationId="{FA5F220D-392C-14E1-D889-28B8AA6FFC60}"/>
          </ac:spMkLst>
        </pc:spChg>
        <pc:spChg chg="add del">
          <ac:chgData name="Dipu Bar" userId="e98bad2d791fe302" providerId="LiveId" clId="{A9572563-8D51-424F-9368-B40779EE485C}" dt="2026-09-20T04:20:28.874" v="577" actId="22"/>
          <ac:spMkLst>
            <pc:docMk/>
            <pc:sldMk cId="0" sldId="258"/>
            <ac:spMk id="47" creationId="{87F15986-9654-AA97-D898-D6C2304592D7}"/>
          </ac:spMkLst>
        </pc:spChg>
        <pc:spChg chg="add del">
          <ac:chgData name="Dipu Bar" userId="e98bad2d791fe302" providerId="LiveId" clId="{A9572563-8D51-424F-9368-B40779EE485C}" dt="2026-09-20T04:20:34.848" v="579" actId="22"/>
          <ac:spMkLst>
            <pc:docMk/>
            <pc:sldMk cId="0" sldId="258"/>
            <ac:spMk id="49" creationId="{EFC482FB-A317-775C-7A2B-278FE1F0F477}"/>
          </ac:spMkLst>
        </pc:spChg>
        <pc:spChg chg="add mod">
          <ac:chgData name="Dipu Bar" userId="e98bad2d791fe302" providerId="LiveId" clId="{A9572563-8D51-424F-9368-B40779EE485C}" dt="2026-09-20T04:46:21.002" v="967" actId="14100"/>
          <ac:spMkLst>
            <pc:docMk/>
            <pc:sldMk cId="0" sldId="258"/>
            <ac:spMk id="51" creationId="{D898E6E4-C4D5-565A-F602-6FC928FFF94A}"/>
          </ac:spMkLst>
        </pc:spChg>
        <pc:spChg chg="add mod">
          <ac:chgData name="Dipu Bar" userId="e98bad2d791fe302" providerId="LiveId" clId="{A9572563-8D51-424F-9368-B40779EE485C}" dt="2026-09-20T04:44:32.741" v="892" actId="1076"/>
          <ac:spMkLst>
            <pc:docMk/>
            <pc:sldMk cId="0" sldId="258"/>
            <ac:spMk id="53" creationId="{D2F80884-7713-F856-DE33-B9C0BC84FB7A}"/>
          </ac:spMkLst>
        </pc:spChg>
        <pc:spChg chg="add mod">
          <ac:chgData name="Dipu Bar" userId="e98bad2d791fe302" providerId="LiveId" clId="{A9572563-8D51-424F-9368-B40779EE485C}" dt="2026-09-20T04:44:39.273" v="893" actId="1076"/>
          <ac:spMkLst>
            <pc:docMk/>
            <pc:sldMk cId="0" sldId="258"/>
            <ac:spMk id="54" creationId="{9E96984B-E07F-6E06-B3DA-E84B6912AA9B}"/>
          </ac:spMkLst>
        </pc:spChg>
        <pc:spChg chg="add mod">
          <ac:chgData name="Dipu Bar" userId="e98bad2d791fe302" providerId="LiveId" clId="{A9572563-8D51-424F-9368-B40779EE485C}" dt="2026-09-20T04:43:24.023" v="887" actId="1076"/>
          <ac:spMkLst>
            <pc:docMk/>
            <pc:sldMk cId="0" sldId="258"/>
            <ac:spMk id="56" creationId="{311CB576-8A36-D34A-A234-B388C14C02AB}"/>
          </ac:spMkLst>
        </pc:spChg>
        <pc:spChg chg="add mod">
          <ac:chgData name="Dipu Bar" userId="e98bad2d791fe302" providerId="LiveId" clId="{A9572563-8D51-424F-9368-B40779EE485C}" dt="2026-09-20T04:43:28.198" v="888" actId="1076"/>
          <ac:spMkLst>
            <pc:docMk/>
            <pc:sldMk cId="0" sldId="258"/>
            <ac:spMk id="57" creationId="{8559D151-C73A-809B-5D58-4CF9E69F031B}"/>
          </ac:spMkLst>
        </pc:spChg>
        <pc:spChg chg="add mod">
          <ac:chgData name="Dipu Bar" userId="e98bad2d791fe302" providerId="LiveId" clId="{A9572563-8D51-424F-9368-B40779EE485C}" dt="2026-09-20T04:44:43.456" v="894" actId="1076"/>
          <ac:spMkLst>
            <pc:docMk/>
            <pc:sldMk cId="0" sldId="258"/>
            <ac:spMk id="59" creationId="{8C77852D-AEB4-A76C-42EC-D88BF0BC4022}"/>
          </ac:spMkLst>
        </pc:spChg>
        <pc:spChg chg="add mod">
          <ac:chgData name="Dipu Bar" userId="e98bad2d791fe302" providerId="LiveId" clId="{A9572563-8D51-424F-9368-B40779EE485C}" dt="2026-09-20T04:44:49.758" v="895" actId="1076"/>
          <ac:spMkLst>
            <pc:docMk/>
            <pc:sldMk cId="0" sldId="258"/>
            <ac:spMk id="60" creationId="{96A4DB43-E478-FA04-8CC1-7A5DFB057A2D}"/>
          </ac:spMkLst>
        </pc:spChg>
        <pc:spChg chg="add mod">
          <ac:chgData name="Dipu Bar" userId="e98bad2d791fe302" providerId="LiveId" clId="{A9572563-8D51-424F-9368-B40779EE485C}" dt="2026-09-20T04:44:58.838" v="897" actId="1076"/>
          <ac:spMkLst>
            <pc:docMk/>
            <pc:sldMk cId="0" sldId="258"/>
            <ac:spMk id="62" creationId="{AC725DCE-1700-B1E7-692A-CA8125C7503F}"/>
          </ac:spMkLst>
        </pc:spChg>
        <pc:spChg chg="add mod">
          <ac:chgData name="Dipu Bar" userId="e98bad2d791fe302" providerId="LiveId" clId="{A9572563-8D51-424F-9368-B40779EE485C}" dt="2026-09-20T04:45:04.982" v="899" actId="1076"/>
          <ac:spMkLst>
            <pc:docMk/>
            <pc:sldMk cId="0" sldId="258"/>
            <ac:spMk id="64" creationId="{D0661452-C122-63A1-20D1-C020230639E3}"/>
          </ac:spMkLst>
        </pc:spChg>
        <pc:spChg chg="add del">
          <ac:chgData name="Dipu Bar" userId="e98bad2d791fe302" providerId="LiveId" clId="{A9572563-8D51-424F-9368-B40779EE485C}" dt="2026-09-20T04:30:40.671" v="835" actId="22"/>
          <ac:spMkLst>
            <pc:docMk/>
            <pc:sldMk cId="0" sldId="258"/>
            <ac:spMk id="66" creationId="{B9104CA8-04C6-97C3-E7B1-278F1A298DD9}"/>
          </ac:spMkLst>
        </pc:spChg>
        <pc:spChg chg="add mod">
          <ac:chgData name="Dipu Bar" userId="e98bad2d791fe302" providerId="LiveId" clId="{A9572563-8D51-424F-9368-B40779EE485C}" dt="2026-09-20T04:45:44.962" v="963" actId="20577"/>
          <ac:spMkLst>
            <pc:docMk/>
            <pc:sldMk cId="0" sldId="258"/>
            <ac:spMk id="68" creationId="{9E543BBB-E449-A861-1B02-CE41EDCCC0B0}"/>
          </ac:spMkLst>
        </pc:spChg>
        <pc:spChg chg="add mod">
          <ac:chgData name="Dipu Bar" userId="e98bad2d791fe302" providerId="LiveId" clId="{A9572563-8D51-424F-9368-B40779EE485C}" dt="2026-09-20T04:48:49.302" v="989" actId="1076"/>
          <ac:spMkLst>
            <pc:docMk/>
            <pc:sldMk cId="0" sldId="258"/>
            <ac:spMk id="69" creationId="{22ECBD06-6E40-E2F8-AE15-C1C42C8FA410}"/>
          </ac:spMkLst>
        </pc:spChg>
        <pc:spChg chg="add mod">
          <ac:chgData name="Dipu Bar" userId="e98bad2d791fe302" providerId="LiveId" clId="{A9572563-8D51-424F-9368-B40779EE485C}" dt="2026-09-20T04:47:45.941" v="971" actId="1076"/>
          <ac:spMkLst>
            <pc:docMk/>
            <pc:sldMk cId="0" sldId="258"/>
            <ac:spMk id="71" creationId="{31D682FF-FD04-3D91-8204-21C63EF4460B}"/>
          </ac:spMkLst>
        </pc:spChg>
        <pc:spChg chg="add mod">
          <ac:chgData name="Dipu Bar" userId="e98bad2d791fe302" providerId="LiveId" clId="{A9572563-8D51-424F-9368-B40779EE485C}" dt="2026-09-20T04:47:54.357" v="974" actId="1076"/>
          <ac:spMkLst>
            <pc:docMk/>
            <pc:sldMk cId="0" sldId="258"/>
            <ac:spMk id="73" creationId="{C1DD242A-CC17-090E-42CE-D1B56B32F5B1}"/>
          </ac:spMkLst>
        </pc:spChg>
        <pc:spChg chg="add mod">
          <ac:chgData name="Dipu Bar" userId="e98bad2d791fe302" providerId="LiveId" clId="{A9572563-8D51-424F-9368-B40779EE485C}" dt="2026-09-20T04:47:59.826" v="976" actId="1076"/>
          <ac:spMkLst>
            <pc:docMk/>
            <pc:sldMk cId="0" sldId="258"/>
            <ac:spMk id="75" creationId="{BE5FBD8D-FF50-3DF8-9841-C86A88157F99}"/>
          </ac:spMkLst>
        </pc:spChg>
        <pc:spChg chg="add mod">
          <ac:chgData name="Dipu Bar" userId="e98bad2d791fe302" providerId="LiveId" clId="{A9572563-8D51-424F-9368-B40779EE485C}" dt="2026-09-20T04:48:04.211" v="978" actId="1076"/>
          <ac:spMkLst>
            <pc:docMk/>
            <pc:sldMk cId="0" sldId="258"/>
            <ac:spMk id="77" creationId="{A4751C1E-058E-7E29-A99B-9A0FD5830B93}"/>
          </ac:spMkLst>
        </pc:spChg>
        <pc:spChg chg="add mod">
          <ac:chgData name="Dipu Bar" userId="e98bad2d791fe302" providerId="LiveId" clId="{A9572563-8D51-424F-9368-B40779EE485C}" dt="2026-09-20T04:48:10.750" v="980" actId="1076"/>
          <ac:spMkLst>
            <pc:docMk/>
            <pc:sldMk cId="0" sldId="258"/>
            <ac:spMk id="79" creationId="{581F3FAB-E634-EFEF-469D-3A76CC5415D7}"/>
          </ac:spMkLst>
        </pc:spChg>
        <pc:spChg chg="add mod">
          <ac:chgData name="Dipu Bar" userId="e98bad2d791fe302" providerId="LiveId" clId="{A9572563-8D51-424F-9368-B40779EE485C}" dt="2026-09-20T04:48:16.669" v="982" actId="1076"/>
          <ac:spMkLst>
            <pc:docMk/>
            <pc:sldMk cId="0" sldId="258"/>
            <ac:spMk id="81" creationId="{37622E00-014E-4974-2F71-0C07063205D9}"/>
          </ac:spMkLst>
        </pc:spChg>
        <pc:spChg chg="add mod">
          <ac:chgData name="Dipu Bar" userId="e98bad2d791fe302" providerId="LiveId" clId="{A9572563-8D51-424F-9368-B40779EE485C}" dt="2026-09-20T04:48:24.493" v="984" actId="1076"/>
          <ac:spMkLst>
            <pc:docMk/>
            <pc:sldMk cId="0" sldId="258"/>
            <ac:spMk id="83" creationId="{FD8ECF7E-5042-456B-57AE-AB3667A7B925}"/>
          </ac:spMkLst>
        </pc:spChg>
        <pc:spChg chg="add mod">
          <ac:chgData name="Dipu Bar" userId="e98bad2d791fe302" providerId="LiveId" clId="{A9572563-8D51-424F-9368-B40779EE485C}" dt="2026-09-20T04:48:33.160" v="986" actId="1076"/>
          <ac:spMkLst>
            <pc:docMk/>
            <pc:sldMk cId="0" sldId="258"/>
            <ac:spMk id="85" creationId="{B28ACD56-D489-7976-F28C-EF054ECCB594}"/>
          </ac:spMkLst>
        </pc:spChg>
        <pc:spChg chg="add mod">
          <ac:chgData name="Dipu Bar" userId="e98bad2d791fe302" providerId="LiveId" clId="{A9572563-8D51-424F-9368-B40779EE485C}" dt="2026-09-20T04:48:41.462" v="988" actId="1076"/>
          <ac:spMkLst>
            <pc:docMk/>
            <pc:sldMk cId="0" sldId="258"/>
            <ac:spMk id="87" creationId="{C9901AE2-7EF0-F776-A2A8-DDD357716931}"/>
          </ac:spMkLst>
        </pc:spChg>
        <pc:picChg chg="mod">
          <ac:chgData name="Dipu Bar" userId="e98bad2d791fe302" providerId="LiveId" clId="{A9572563-8D51-424F-9368-B40779EE485C}" dt="2026-09-20T03:51:06.371" v="180" actId="1076"/>
          <ac:picMkLst>
            <pc:docMk/>
            <pc:sldMk cId="0" sldId="258"/>
            <ac:picMk id="7" creationId="{00000000-0000-0000-0000-000000000000}"/>
          </ac:picMkLst>
        </pc:picChg>
        <pc:picChg chg="del">
          <ac:chgData name="Dipu Bar" userId="e98bad2d791fe302" providerId="LiveId" clId="{A9572563-8D51-424F-9368-B40779EE485C}" dt="2026-09-20T04:22:58.418" v="590" actId="478"/>
          <ac:picMkLst>
            <pc:docMk/>
            <pc:sldMk cId="0" sldId="258"/>
            <ac:picMk id="30" creationId="{00000000-0000-0000-0000-000000000000}"/>
          </ac:picMkLst>
        </pc:picChg>
      </pc:sldChg>
      <pc:sldChg chg="addSp delSp modSp mod">
        <pc:chgData name="Dipu Bar" userId="e98bad2d791fe302" providerId="LiveId" clId="{A9572563-8D51-424F-9368-B40779EE485C}" dt="2026-09-20T07:30:42.360" v="3256" actId="1076"/>
        <pc:sldMkLst>
          <pc:docMk/>
          <pc:sldMk cId="0" sldId="259"/>
        </pc:sldMkLst>
        <pc:spChg chg="mod">
          <ac:chgData name="Dipu Bar" userId="e98bad2d791fe302" providerId="LiveId" clId="{A9572563-8D51-424F-9368-B40779EE485C}" dt="2026-09-20T04:51:09.313" v="1021" actId="1076"/>
          <ac:spMkLst>
            <pc:docMk/>
            <pc:sldMk cId="0" sldId="259"/>
            <ac:spMk id="4" creationId="{00000000-0000-0000-0000-000000000000}"/>
          </ac:spMkLst>
        </pc:spChg>
        <pc:spChg chg="mod">
          <ac:chgData name="Dipu Bar" userId="e98bad2d791fe302" providerId="LiveId" clId="{A9572563-8D51-424F-9368-B40779EE485C}" dt="2026-09-20T04:51:09.313" v="1021" actId="1076"/>
          <ac:spMkLst>
            <pc:docMk/>
            <pc:sldMk cId="0" sldId="259"/>
            <ac:spMk id="5" creationId="{00000000-0000-0000-0000-000000000000}"/>
          </ac:spMkLst>
        </pc:spChg>
        <pc:spChg chg="mod">
          <ac:chgData name="Dipu Bar" userId="e98bad2d791fe302" providerId="LiveId" clId="{A9572563-8D51-424F-9368-B40779EE485C}" dt="2026-09-20T04:51:09.313" v="1021" actId="1076"/>
          <ac:spMkLst>
            <pc:docMk/>
            <pc:sldMk cId="0" sldId="259"/>
            <ac:spMk id="6" creationId="{00000000-0000-0000-0000-000000000000}"/>
          </ac:spMkLst>
        </pc:spChg>
        <pc:spChg chg="mod">
          <ac:chgData name="Dipu Bar" userId="e98bad2d791fe302" providerId="LiveId" clId="{A9572563-8D51-424F-9368-B40779EE485C}" dt="2026-09-20T04:51:09.313" v="1021" actId="1076"/>
          <ac:spMkLst>
            <pc:docMk/>
            <pc:sldMk cId="0" sldId="259"/>
            <ac:spMk id="8" creationId="{00000000-0000-0000-0000-000000000000}"/>
          </ac:spMkLst>
        </pc:spChg>
        <pc:spChg chg="mod">
          <ac:chgData name="Dipu Bar" userId="e98bad2d791fe302" providerId="LiveId" clId="{A9572563-8D51-424F-9368-B40779EE485C}" dt="2026-09-20T04:51:13.780" v="1022" actId="1076"/>
          <ac:spMkLst>
            <pc:docMk/>
            <pc:sldMk cId="0" sldId="259"/>
            <ac:spMk id="9" creationId="{00000000-0000-0000-0000-000000000000}"/>
          </ac:spMkLst>
        </pc:spChg>
        <pc:spChg chg="mod">
          <ac:chgData name="Dipu Bar" userId="e98bad2d791fe302" providerId="LiveId" clId="{A9572563-8D51-424F-9368-B40779EE485C}" dt="2026-09-20T04:51:21.619" v="1023" actId="1076"/>
          <ac:spMkLst>
            <pc:docMk/>
            <pc:sldMk cId="0" sldId="259"/>
            <ac:spMk id="10" creationId="{00000000-0000-0000-0000-000000000000}"/>
          </ac:spMkLst>
        </pc:spChg>
        <pc:spChg chg="mod">
          <ac:chgData name="Dipu Bar" userId="e98bad2d791fe302" providerId="LiveId" clId="{A9572563-8D51-424F-9368-B40779EE485C}" dt="2026-09-20T04:51:21.619" v="1023" actId="1076"/>
          <ac:spMkLst>
            <pc:docMk/>
            <pc:sldMk cId="0" sldId="259"/>
            <ac:spMk id="11" creationId="{00000000-0000-0000-0000-000000000000}"/>
          </ac:spMkLst>
        </pc:spChg>
        <pc:spChg chg="mod">
          <ac:chgData name="Dipu Bar" userId="e98bad2d791fe302" providerId="LiveId" clId="{A9572563-8D51-424F-9368-B40779EE485C}" dt="2026-09-20T04:51:21.619" v="1023" actId="1076"/>
          <ac:spMkLst>
            <pc:docMk/>
            <pc:sldMk cId="0" sldId="259"/>
            <ac:spMk id="12" creationId="{00000000-0000-0000-0000-000000000000}"/>
          </ac:spMkLst>
        </pc:spChg>
        <pc:spChg chg="mod">
          <ac:chgData name="Dipu Bar" userId="e98bad2d791fe302" providerId="LiveId" clId="{A9572563-8D51-424F-9368-B40779EE485C}" dt="2026-09-20T04:52:18.900" v="1026" actId="1076"/>
          <ac:spMkLst>
            <pc:docMk/>
            <pc:sldMk cId="0" sldId="259"/>
            <ac:spMk id="13" creationId="{00000000-0000-0000-0000-000000000000}"/>
          </ac:spMkLst>
        </pc:spChg>
        <pc:spChg chg="mod">
          <ac:chgData name="Dipu Bar" userId="e98bad2d791fe302" providerId="LiveId" clId="{A9572563-8D51-424F-9368-B40779EE485C}" dt="2026-09-20T04:52:24.416" v="1027" actId="1076"/>
          <ac:spMkLst>
            <pc:docMk/>
            <pc:sldMk cId="0" sldId="259"/>
            <ac:spMk id="14" creationId="{00000000-0000-0000-0000-000000000000}"/>
          </ac:spMkLst>
        </pc:spChg>
        <pc:spChg chg="del mod">
          <ac:chgData name="Dipu Bar" userId="e98bad2d791fe302" providerId="LiveId" clId="{A9572563-8D51-424F-9368-B40779EE485C}" dt="2026-09-20T05:04:20.061" v="1060" actId="478"/>
          <ac:spMkLst>
            <pc:docMk/>
            <pc:sldMk cId="0" sldId="259"/>
            <ac:spMk id="15" creationId="{00000000-0000-0000-0000-000000000000}"/>
          </ac:spMkLst>
        </pc:spChg>
        <pc:spChg chg="del">
          <ac:chgData name="Dipu Bar" userId="e98bad2d791fe302" providerId="LiveId" clId="{A9572563-8D51-424F-9368-B40779EE485C}" dt="2026-09-20T05:00:43.328" v="1029" actId="478"/>
          <ac:spMkLst>
            <pc:docMk/>
            <pc:sldMk cId="0" sldId="259"/>
            <ac:spMk id="16" creationId="{00000000-0000-0000-0000-000000000000}"/>
          </ac:spMkLst>
        </pc:spChg>
        <pc:spChg chg="add del mod">
          <ac:chgData name="Dipu Bar" userId="e98bad2d791fe302" providerId="LiveId" clId="{A9572563-8D51-424F-9368-B40779EE485C}" dt="2026-09-20T05:06:11.872" v="1090" actId="478"/>
          <ac:spMkLst>
            <pc:docMk/>
            <pc:sldMk cId="0" sldId="259"/>
            <ac:spMk id="17" creationId="{00000000-0000-0000-0000-000000000000}"/>
          </ac:spMkLst>
        </pc:spChg>
        <pc:spChg chg="del">
          <ac:chgData name="Dipu Bar" userId="e98bad2d791fe302" providerId="LiveId" clId="{A9572563-8D51-424F-9368-B40779EE485C}" dt="2026-09-20T05:00:51.910" v="1032" actId="478"/>
          <ac:spMkLst>
            <pc:docMk/>
            <pc:sldMk cId="0" sldId="259"/>
            <ac:spMk id="18" creationId="{00000000-0000-0000-0000-000000000000}"/>
          </ac:spMkLst>
        </pc:spChg>
        <pc:spChg chg="mod">
          <ac:chgData name="Dipu Bar" userId="e98bad2d791fe302" providerId="LiveId" clId="{A9572563-8D51-424F-9368-B40779EE485C}" dt="2026-09-20T05:08:04.647" v="1120" actId="14100"/>
          <ac:spMkLst>
            <pc:docMk/>
            <pc:sldMk cId="0" sldId="259"/>
            <ac:spMk id="19" creationId="{00000000-0000-0000-0000-000000000000}"/>
          </ac:spMkLst>
        </pc:spChg>
        <pc:spChg chg="mod">
          <ac:chgData name="Dipu Bar" userId="e98bad2d791fe302" providerId="LiveId" clId="{A9572563-8D51-424F-9368-B40779EE485C}" dt="2026-09-20T07:20:20.886" v="2755" actId="1076"/>
          <ac:spMkLst>
            <pc:docMk/>
            <pc:sldMk cId="0" sldId="259"/>
            <ac:spMk id="20" creationId="{00000000-0000-0000-0000-000000000000}"/>
          </ac:spMkLst>
        </pc:spChg>
        <pc:spChg chg="del mod">
          <ac:chgData name="Dipu Bar" userId="e98bad2d791fe302" providerId="LiveId" clId="{A9572563-8D51-424F-9368-B40779EE485C}" dt="2026-09-20T05:02:11.020" v="1037" actId="478"/>
          <ac:spMkLst>
            <pc:docMk/>
            <pc:sldMk cId="0" sldId="259"/>
            <ac:spMk id="21" creationId="{00000000-0000-0000-0000-000000000000}"/>
          </ac:spMkLst>
        </pc:spChg>
        <pc:spChg chg="del mod">
          <ac:chgData name="Dipu Bar" userId="e98bad2d791fe302" providerId="LiveId" clId="{A9572563-8D51-424F-9368-B40779EE485C}" dt="2026-09-20T05:02:15.839" v="1038" actId="478"/>
          <ac:spMkLst>
            <pc:docMk/>
            <pc:sldMk cId="0" sldId="259"/>
            <ac:spMk id="23" creationId="{00000000-0000-0000-0000-000000000000}"/>
          </ac:spMkLst>
        </pc:spChg>
        <pc:spChg chg="del mod">
          <ac:chgData name="Dipu Bar" userId="e98bad2d791fe302" providerId="LiveId" clId="{A9572563-8D51-424F-9368-B40779EE485C}" dt="2026-09-20T05:02:15.839" v="1038" actId="478"/>
          <ac:spMkLst>
            <pc:docMk/>
            <pc:sldMk cId="0" sldId="259"/>
            <ac:spMk id="25" creationId="{00000000-0000-0000-0000-000000000000}"/>
          </ac:spMkLst>
        </pc:spChg>
        <pc:spChg chg="del mod">
          <ac:chgData name="Dipu Bar" userId="e98bad2d791fe302" providerId="LiveId" clId="{A9572563-8D51-424F-9368-B40779EE485C}" dt="2026-09-20T05:02:15.839" v="1038" actId="478"/>
          <ac:spMkLst>
            <pc:docMk/>
            <pc:sldMk cId="0" sldId="259"/>
            <ac:spMk id="27" creationId="{00000000-0000-0000-0000-000000000000}"/>
          </ac:spMkLst>
        </pc:spChg>
        <pc:spChg chg="del mod">
          <ac:chgData name="Dipu Bar" userId="e98bad2d791fe302" providerId="LiveId" clId="{A9572563-8D51-424F-9368-B40779EE485C}" dt="2026-09-20T05:02:15.839" v="1038" actId="478"/>
          <ac:spMkLst>
            <pc:docMk/>
            <pc:sldMk cId="0" sldId="259"/>
            <ac:spMk id="29" creationId="{00000000-0000-0000-0000-000000000000}"/>
          </ac:spMkLst>
        </pc:spChg>
        <pc:spChg chg="del mod">
          <ac:chgData name="Dipu Bar" userId="e98bad2d791fe302" providerId="LiveId" clId="{A9572563-8D51-424F-9368-B40779EE485C}" dt="2026-09-20T05:02:15.839" v="1038" actId="478"/>
          <ac:spMkLst>
            <pc:docMk/>
            <pc:sldMk cId="0" sldId="259"/>
            <ac:spMk id="31" creationId="{00000000-0000-0000-0000-000000000000}"/>
          </ac:spMkLst>
        </pc:spChg>
        <pc:spChg chg="del">
          <ac:chgData name="Dipu Bar" userId="e98bad2d791fe302" providerId="LiveId" clId="{A9572563-8D51-424F-9368-B40779EE485C}" dt="2026-09-20T05:00:55.079" v="1033" actId="478"/>
          <ac:spMkLst>
            <pc:docMk/>
            <pc:sldMk cId="0" sldId="259"/>
            <ac:spMk id="32" creationId="{00000000-0000-0000-0000-000000000000}"/>
          </ac:spMkLst>
        </pc:spChg>
        <pc:spChg chg="add mod">
          <ac:chgData name="Dipu Bar" userId="e98bad2d791fe302" providerId="LiveId" clId="{A9572563-8D51-424F-9368-B40779EE485C}" dt="2026-09-20T05:12:44.131" v="1194" actId="1076"/>
          <ac:spMkLst>
            <pc:docMk/>
            <pc:sldMk cId="0" sldId="259"/>
            <ac:spMk id="34" creationId="{18D30852-05D6-A4C6-3299-7BA1000C4BBA}"/>
          </ac:spMkLst>
        </pc:spChg>
        <pc:spChg chg="add mod">
          <ac:chgData name="Dipu Bar" userId="e98bad2d791fe302" providerId="LiveId" clId="{A9572563-8D51-424F-9368-B40779EE485C}" dt="2026-09-20T05:09:20.218" v="1141" actId="14100"/>
          <ac:spMkLst>
            <pc:docMk/>
            <pc:sldMk cId="0" sldId="259"/>
            <ac:spMk id="36" creationId="{3D9D87D2-6D28-CC64-2EBA-E214EEA984C7}"/>
          </ac:spMkLst>
        </pc:spChg>
        <pc:spChg chg="add del mod">
          <ac:chgData name="Dipu Bar" userId="e98bad2d791fe302" providerId="LiveId" clId="{A9572563-8D51-424F-9368-B40779EE485C}" dt="2026-09-20T05:04:20.062" v="1062"/>
          <ac:spMkLst>
            <pc:docMk/>
            <pc:sldMk cId="0" sldId="259"/>
            <ac:spMk id="37" creationId="{2A0F08B8-272C-A0ED-5034-D34EE454148F}"/>
          </ac:spMkLst>
        </pc:spChg>
        <pc:spChg chg="add mod">
          <ac:chgData name="Dipu Bar" userId="e98bad2d791fe302" providerId="LiveId" clId="{A9572563-8D51-424F-9368-B40779EE485C}" dt="2026-09-20T05:06:37.152" v="1095" actId="1076"/>
          <ac:spMkLst>
            <pc:docMk/>
            <pc:sldMk cId="0" sldId="259"/>
            <ac:spMk id="39" creationId="{3BECF8C8-B8D2-C109-74F3-CDF3AEA86016}"/>
          </ac:spMkLst>
        </pc:spChg>
        <pc:spChg chg="add mod">
          <ac:chgData name="Dipu Bar" userId="e98bad2d791fe302" providerId="LiveId" clId="{A9572563-8D51-424F-9368-B40779EE485C}" dt="2026-09-20T05:06:40.037" v="1096" actId="1076"/>
          <ac:spMkLst>
            <pc:docMk/>
            <pc:sldMk cId="0" sldId="259"/>
            <ac:spMk id="41" creationId="{7EFC325D-8CD0-31AF-CC62-4F203D96AB59}"/>
          </ac:spMkLst>
        </pc:spChg>
        <pc:spChg chg="add mod">
          <ac:chgData name="Dipu Bar" userId="e98bad2d791fe302" providerId="LiveId" clId="{A9572563-8D51-424F-9368-B40779EE485C}" dt="2026-09-20T05:06:46.091" v="1097" actId="1076"/>
          <ac:spMkLst>
            <pc:docMk/>
            <pc:sldMk cId="0" sldId="259"/>
            <ac:spMk id="43" creationId="{6C26739F-32F0-BF49-FAD2-F0A8DCCC24FE}"/>
          </ac:spMkLst>
        </pc:spChg>
        <pc:spChg chg="add mod">
          <ac:chgData name="Dipu Bar" userId="e98bad2d791fe302" providerId="LiveId" clId="{A9572563-8D51-424F-9368-B40779EE485C}" dt="2026-09-20T05:06:48.084" v="1098" actId="1076"/>
          <ac:spMkLst>
            <pc:docMk/>
            <pc:sldMk cId="0" sldId="259"/>
            <ac:spMk id="45" creationId="{E9B6EBAF-0F70-A56B-0520-508E5CA2820B}"/>
          </ac:spMkLst>
        </pc:spChg>
        <pc:spChg chg="add mod">
          <ac:chgData name="Dipu Bar" userId="e98bad2d791fe302" providerId="LiveId" clId="{A9572563-8D51-424F-9368-B40779EE485C}" dt="2026-09-20T05:11:55.094" v="1177" actId="1076"/>
          <ac:spMkLst>
            <pc:docMk/>
            <pc:sldMk cId="0" sldId="259"/>
            <ac:spMk id="47" creationId="{C9E2306D-9DA8-170A-213B-C512D7030260}"/>
          </ac:spMkLst>
        </pc:spChg>
        <pc:spChg chg="add del mod">
          <ac:chgData name="Dipu Bar" userId="e98bad2d791fe302" providerId="LiveId" clId="{A9572563-8D51-424F-9368-B40779EE485C}" dt="2026-09-20T05:06:53.308" v="1102"/>
          <ac:spMkLst>
            <pc:docMk/>
            <pc:sldMk cId="0" sldId="259"/>
            <ac:spMk id="48" creationId="{C431EFA8-B1A3-AEC4-F7F7-C6C5F06D187D}"/>
          </ac:spMkLst>
        </pc:spChg>
        <pc:spChg chg="add mod">
          <ac:chgData name="Dipu Bar" userId="e98bad2d791fe302" providerId="LiveId" clId="{A9572563-8D51-424F-9368-B40779EE485C}" dt="2026-09-20T05:07:36.922" v="1111" actId="14100"/>
          <ac:spMkLst>
            <pc:docMk/>
            <pc:sldMk cId="0" sldId="259"/>
            <ac:spMk id="50" creationId="{047BB29B-4C5D-BF72-5904-E03CA566D80B}"/>
          </ac:spMkLst>
        </pc:spChg>
        <pc:spChg chg="add mod">
          <ac:chgData name="Dipu Bar" userId="e98bad2d791fe302" providerId="LiveId" clId="{A9572563-8D51-424F-9368-B40779EE485C}" dt="2026-09-20T05:07:40.416" v="1113" actId="1076"/>
          <ac:spMkLst>
            <pc:docMk/>
            <pc:sldMk cId="0" sldId="259"/>
            <ac:spMk id="52" creationId="{0CE3B28B-5C8D-170C-40BD-7799A76AEEF5}"/>
          </ac:spMkLst>
        </pc:spChg>
        <pc:spChg chg="add mod">
          <ac:chgData name="Dipu Bar" userId="e98bad2d791fe302" providerId="LiveId" clId="{A9572563-8D51-424F-9368-B40779EE485C}" dt="2026-09-20T05:07:55.157" v="1117" actId="1076"/>
          <ac:spMkLst>
            <pc:docMk/>
            <pc:sldMk cId="0" sldId="259"/>
            <ac:spMk id="54" creationId="{219E5109-0CF3-F4D8-709A-3199C568FC3A}"/>
          </ac:spMkLst>
        </pc:spChg>
        <pc:spChg chg="add mod">
          <ac:chgData name="Dipu Bar" userId="e98bad2d791fe302" providerId="LiveId" clId="{A9572563-8D51-424F-9368-B40779EE485C}" dt="2026-09-20T05:08:08.976" v="1121" actId="1076"/>
          <ac:spMkLst>
            <pc:docMk/>
            <pc:sldMk cId="0" sldId="259"/>
            <ac:spMk id="56" creationId="{F58A9E33-E9CB-9FA7-DDA9-A5E7E9365736}"/>
          </ac:spMkLst>
        </pc:spChg>
        <pc:spChg chg="add mod">
          <ac:chgData name="Dipu Bar" userId="e98bad2d791fe302" providerId="LiveId" clId="{A9572563-8D51-424F-9368-B40779EE485C}" dt="2026-09-20T05:08:29.239" v="1126" actId="1076"/>
          <ac:spMkLst>
            <pc:docMk/>
            <pc:sldMk cId="0" sldId="259"/>
            <ac:spMk id="58" creationId="{ECCAA58F-E72A-9EC4-6CA9-A87707678BAF}"/>
          </ac:spMkLst>
        </pc:spChg>
        <pc:spChg chg="add mod">
          <ac:chgData name="Dipu Bar" userId="e98bad2d791fe302" providerId="LiveId" clId="{A9572563-8D51-424F-9368-B40779EE485C}" dt="2026-09-20T05:08:30.995" v="1127" actId="1076"/>
          <ac:spMkLst>
            <pc:docMk/>
            <pc:sldMk cId="0" sldId="259"/>
            <ac:spMk id="60" creationId="{5EED2E46-B845-277A-EFB9-D89B7B837E3B}"/>
          </ac:spMkLst>
        </pc:spChg>
        <pc:spChg chg="add mod">
          <ac:chgData name="Dipu Bar" userId="e98bad2d791fe302" providerId="LiveId" clId="{A9572563-8D51-424F-9368-B40779EE485C}" dt="2026-09-20T05:08:38.564" v="1129" actId="1076"/>
          <ac:spMkLst>
            <pc:docMk/>
            <pc:sldMk cId="0" sldId="259"/>
            <ac:spMk id="62" creationId="{30F8B033-3680-FDED-C015-14736206B609}"/>
          </ac:spMkLst>
        </pc:spChg>
        <pc:spChg chg="add mod">
          <ac:chgData name="Dipu Bar" userId="e98bad2d791fe302" providerId="LiveId" clId="{A9572563-8D51-424F-9368-B40779EE485C}" dt="2026-09-20T05:09:53.140" v="1146" actId="14100"/>
          <ac:spMkLst>
            <pc:docMk/>
            <pc:sldMk cId="0" sldId="259"/>
            <ac:spMk id="64" creationId="{97464261-2931-618E-86D1-5C596E3A72B1}"/>
          </ac:spMkLst>
        </pc:spChg>
        <pc:spChg chg="add mod">
          <ac:chgData name="Dipu Bar" userId="e98bad2d791fe302" providerId="LiveId" clId="{A9572563-8D51-424F-9368-B40779EE485C}" dt="2026-09-20T05:09:56.345" v="1147" actId="14100"/>
          <ac:spMkLst>
            <pc:docMk/>
            <pc:sldMk cId="0" sldId="259"/>
            <ac:spMk id="66" creationId="{6AD29E68-8084-189D-E1FD-CC2D08E5AA84}"/>
          </ac:spMkLst>
        </pc:spChg>
        <pc:spChg chg="add mod">
          <ac:chgData name="Dipu Bar" userId="e98bad2d791fe302" providerId="LiveId" clId="{A9572563-8D51-424F-9368-B40779EE485C}" dt="2026-09-20T05:10:02.216" v="1149" actId="14100"/>
          <ac:spMkLst>
            <pc:docMk/>
            <pc:sldMk cId="0" sldId="259"/>
            <ac:spMk id="68" creationId="{06690C29-5381-F267-B914-02A21C068534}"/>
          </ac:spMkLst>
        </pc:spChg>
        <pc:spChg chg="add mod">
          <ac:chgData name="Dipu Bar" userId="e98bad2d791fe302" providerId="LiveId" clId="{A9572563-8D51-424F-9368-B40779EE485C}" dt="2026-09-20T05:09:59.576" v="1148" actId="14100"/>
          <ac:spMkLst>
            <pc:docMk/>
            <pc:sldMk cId="0" sldId="259"/>
            <ac:spMk id="70" creationId="{AD1C895C-193D-C676-224E-2CAD855CD956}"/>
          </ac:spMkLst>
        </pc:spChg>
        <pc:spChg chg="add mod">
          <ac:chgData name="Dipu Bar" userId="e98bad2d791fe302" providerId="LiveId" clId="{A9572563-8D51-424F-9368-B40779EE485C}" dt="2026-09-20T05:10:05.267" v="1150" actId="14100"/>
          <ac:spMkLst>
            <pc:docMk/>
            <pc:sldMk cId="0" sldId="259"/>
            <ac:spMk id="72" creationId="{4D25830B-6D85-78CD-86D6-EDD294B5E0F8}"/>
          </ac:spMkLst>
        </pc:spChg>
        <pc:spChg chg="add mod">
          <ac:chgData name="Dipu Bar" userId="e98bad2d791fe302" providerId="LiveId" clId="{A9572563-8D51-424F-9368-B40779EE485C}" dt="2026-09-20T05:12:39.101" v="1192" actId="1076"/>
          <ac:spMkLst>
            <pc:docMk/>
            <pc:sldMk cId="0" sldId="259"/>
            <ac:spMk id="74" creationId="{143174D7-BA34-A3A1-AA35-09A41AA80BCA}"/>
          </ac:spMkLst>
        </pc:spChg>
        <pc:spChg chg="add del">
          <ac:chgData name="Dipu Bar" userId="e98bad2d791fe302" providerId="LiveId" clId="{A9572563-8D51-424F-9368-B40779EE485C}" dt="2026-09-20T05:10:19.225" v="1154" actId="478"/>
          <ac:spMkLst>
            <pc:docMk/>
            <pc:sldMk cId="0" sldId="259"/>
            <ac:spMk id="76" creationId="{F67B07E4-CFF9-33BD-2E60-782C22248FAE}"/>
          </ac:spMkLst>
        </pc:spChg>
        <pc:spChg chg="add mod">
          <ac:chgData name="Dipu Bar" userId="e98bad2d791fe302" providerId="LiveId" clId="{A9572563-8D51-424F-9368-B40779EE485C}" dt="2026-09-20T05:10:41.007" v="1160" actId="14100"/>
          <ac:spMkLst>
            <pc:docMk/>
            <pc:sldMk cId="0" sldId="259"/>
            <ac:spMk id="78" creationId="{AA8C48DD-FE03-CAFA-D9E6-EBDDC0BA5E98}"/>
          </ac:spMkLst>
        </pc:spChg>
        <pc:spChg chg="add del mod">
          <ac:chgData name="Dipu Bar" userId="e98bad2d791fe302" providerId="LiveId" clId="{A9572563-8D51-424F-9368-B40779EE485C}" dt="2026-09-20T05:10:53.787" v="1165" actId="478"/>
          <ac:spMkLst>
            <pc:docMk/>
            <pc:sldMk cId="0" sldId="259"/>
            <ac:spMk id="80" creationId="{4F4E5F23-327E-0DD6-095C-E1D391BD7579}"/>
          </ac:spMkLst>
        </pc:spChg>
        <pc:spChg chg="add mod">
          <ac:chgData name="Dipu Bar" userId="e98bad2d791fe302" providerId="LiveId" clId="{A9572563-8D51-424F-9368-B40779EE485C}" dt="2026-09-20T05:11:00.509" v="1167" actId="1076"/>
          <ac:spMkLst>
            <pc:docMk/>
            <pc:sldMk cId="0" sldId="259"/>
            <ac:spMk id="82" creationId="{7DDB96C0-1A12-93B6-457A-3660651ED456}"/>
          </ac:spMkLst>
        </pc:spChg>
        <pc:spChg chg="add mod">
          <ac:chgData name="Dipu Bar" userId="e98bad2d791fe302" providerId="LiveId" clId="{A9572563-8D51-424F-9368-B40779EE485C}" dt="2026-09-20T05:11:28.285" v="1173" actId="1076"/>
          <ac:spMkLst>
            <pc:docMk/>
            <pc:sldMk cId="0" sldId="259"/>
            <ac:spMk id="84" creationId="{6D78BF23-092F-A1B9-B262-E31B1A639047}"/>
          </ac:spMkLst>
        </pc:spChg>
        <pc:spChg chg="add mod">
          <ac:chgData name="Dipu Bar" userId="e98bad2d791fe302" providerId="LiveId" clId="{A9572563-8D51-424F-9368-B40779EE485C}" dt="2026-09-20T05:11:45.506" v="1176" actId="14100"/>
          <ac:spMkLst>
            <pc:docMk/>
            <pc:sldMk cId="0" sldId="259"/>
            <ac:spMk id="86" creationId="{D21047AA-565E-8B5E-9FB9-15D588FCF799}"/>
          </ac:spMkLst>
        </pc:spChg>
        <pc:spChg chg="add mod">
          <ac:chgData name="Dipu Bar" userId="e98bad2d791fe302" providerId="LiveId" clId="{A9572563-8D51-424F-9368-B40779EE485C}" dt="2026-09-20T05:12:11.549" v="1183" actId="14100"/>
          <ac:spMkLst>
            <pc:docMk/>
            <pc:sldMk cId="0" sldId="259"/>
            <ac:spMk id="88" creationId="{602DC422-BEC4-1397-4692-31BED5B5EB2E}"/>
          </ac:spMkLst>
        </pc:spChg>
        <pc:spChg chg="add mod">
          <ac:chgData name="Dipu Bar" userId="e98bad2d791fe302" providerId="LiveId" clId="{A9572563-8D51-424F-9368-B40779EE485C}" dt="2026-09-20T07:20:41.181" v="2789" actId="1076"/>
          <ac:spMkLst>
            <pc:docMk/>
            <pc:sldMk cId="0" sldId="259"/>
            <ac:spMk id="90" creationId="{261E8944-A94F-8A92-C230-2A8E9ABC527D}"/>
          </ac:spMkLst>
        </pc:spChg>
        <pc:spChg chg="add mod">
          <ac:chgData name="Dipu Bar" userId="e98bad2d791fe302" providerId="LiveId" clId="{A9572563-8D51-424F-9368-B40779EE485C}" dt="2026-09-20T07:21:22.663" v="2852" actId="1076"/>
          <ac:spMkLst>
            <pc:docMk/>
            <pc:sldMk cId="0" sldId="259"/>
            <ac:spMk id="92" creationId="{478C5865-06B7-CF42-5338-2CDD5B6B8271}"/>
          </ac:spMkLst>
        </pc:spChg>
        <pc:spChg chg="add mod">
          <ac:chgData name="Dipu Bar" userId="e98bad2d791fe302" providerId="LiveId" clId="{A9572563-8D51-424F-9368-B40779EE485C}" dt="2026-09-20T07:21:48.523" v="2886" actId="1076"/>
          <ac:spMkLst>
            <pc:docMk/>
            <pc:sldMk cId="0" sldId="259"/>
            <ac:spMk id="94" creationId="{99AC33AC-52A8-30A8-E478-3F5564F583D2}"/>
          </ac:spMkLst>
        </pc:spChg>
        <pc:spChg chg="add mod">
          <ac:chgData name="Dipu Bar" userId="e98bad2d791fe302" providerId="LiveId" clId="{A9572563-8D51-424F-9368-B40779EE485C}" dt="2026-09-20T07:22:12.060" v="2937" actId="20577"/>
          <ac:spMkLst>
            <pc:docMk/>
            <pc:sldMk cId="0" sldId="259"/>
            <ac:spMk id="96" creationId="{3B928F85-3CCD-4A54-BCF3-C0740C2E99A3}"/>
          </ac:spMkLst>
        </pc:spChg>
        <pc:spChg chg="add mod">
          <ac:chgData name="Dipu Bar" userId="e98bad2d791fe302" providerId="LiveId" clId="{A9572563-8D51-424F-9368-B40779EE485C}" dt="2026-09-20T07:22:33.853" v="2954" actId="20577"/>
          <ac:spMkLst>
            <pc:docMk/>
            <pc:sldMk cId="0" sldId="259"/>
            <ac:spMk id="98" creationId="{AF5B3ADD-6669-E473-0D88-2E22D0506CBC}"/>
          </ac:spMkLst>
        </pc:spChg>
        <pc:spChg chg="add mod">
          <ac:chgData name="Dipu Bar" userId="e98bad2d791fe302" providerId="LiveId" clId="{A9572563-8D51-424F-9368-B40779EE485C}" dt="2026-09-20T07:23:39.783" v="3061" actId="1076"/>
          <ac:spMkLst>
            <pc:docMk/>
            <pc:sldMk cId="0" sldId="259"/>
            <ac:spMk id="100" creationId="{42AC2223-F0AD-B9BC-87E6-BF9F94B27A3D}"/>
          </ac:spMkLst>
        </pc:spChg>
        <pc:spChg chg="add mod">
          <ac:chgData name="Dipu Bar" userId="e98bad2d791fe302" providerId="LiveId" clId="{A9572563-8D51-424F-9368-B40779EE485C}" dt="2026-09-20T07:23:09.459" v="2996" actId="20577"/>
          <ac:spMkLst>
            <pc:docMk/>
            <pc:sldMk cId="0" sldId="259"/>
            <ac:spMk id="102" creationId="{1383B2A7-7FB7-02E2-7723-FC492E98D66F}"/>
          </ac:spMkLst>
        </pc:spChg>
        <pc:spChg chg="add mod">
          <ac:chgData name="Dipu Bar" userId="e98bad2d791fe302" providerId="LiveId" clId="{A9572563-8D51-424F-9368-B40779EE485C}" dt="2026-09-20T07:24:43.818" v="3065" actId="14100"/>
          <ac:spMkLst>
            <pc:docMk/>
            <pc:sldMk cId="0" sldId="259"/>
            <ac:spMk id="104" creationId="{9F2FEBEA-6391-4383-67B4-3AC7A0E4BB0A}"/>
          </ac:spMkLst>
        </pc:spChg>
        <pc:spChg chg="add mod">
          <ac:chgData name="Dipu Bar" userId="e98bad2d791fe302" providerId="LiveId" clId="{A9572563-8D51-424F-9368-B40779EE485C}" dt="2026-09-20T07:24:49.764" v="3067" actId="1076"/>
          <ac:spMkLst>
            <pc:docMk/>
            <pc:sldMk cId="0" sldId="259"/>
            <ac:spMk id="106" creationId="{C01B5A8F-74AA-7032-DD62-00A908738DBF}"/>
          </ac:spMkLst>
        </pc:spChg>
        <pc:spChg chg="add mod">
          <ac:chgData name="Dipu Bar" userId="e98bad2d791fe302" providerId="LiveId" clId="{A9572563-8D51-424F-9368-B40779EE485C}" dt="2026-09-20T07:24:55.690" v="3069" actId="1076"/>
          <ac:spMkLst>
            <pc:docMk/>
            <pc:sldMk cId="0" sldId="259"/>
            <ac:spMk id="108" creationId="{1B4A1433-3B38-FE37-D8F7-BEC4C4AB27B6}"/>
          </ac:spMkLst>
        </pc:spChg>
        <pc:spChg chg="add mod">
          <ac:chgData name="Dipu Bar" userId="e98bad2d791fe302" providerId="LiveId" clId="{A9572563-8D51-424F-9368-B40779EE485C}" dt="2026-09-20T07:24:59.317" v="3071" actId="1076"/>
          <ac:spMkLst>
            <pc:docMk/>
            <pc:sldMk cId="0" sldId="259"/>
            <ac:spMk id="110" creationId="{440BE431-8905-8EB5-B2C2-B92AC9817ECC}"/>
          </ac:spMkLst>
        </pc:spChg>
        <pc:spChg chg="add mod">
          <ac:chgData name="Dipu Bar" userId="e98bad2d791fe302" providerId="LiveId" clId="{A9572563-8D51-424F-9368-B40779EE485C}" dt="2026-09-20T07:25:06.804" v="3073" actId="1076"/>
          <ac:spMkLst>
            <pc:docMk/>
            <pc:sldMk cId="0" sldId="259"/>
            <ac:spMk id="112" creationId="{384D542C-EB62-E552-DAC7-5D6BF42D5F1B}"/>
          </ac:spMkLst>
        </pc:spChg>
        <pc:spChg chg="add mod">
          <ac:chgData name="Dipu Bar" userId="e98bad2d791fe302" providerId="LiveId" clId="{A9572563-8D51-424F-9368-B40779EE485C}" dt="2026-09-20T07:29:29.533" v="3238" actId="14100"/>
          <ac:spMkLst>
            <pc:docMk/>
            <pc:sldMk cId="0" sldId="259"/>
            <ac:spMk id="114" creationId="{CD5FFC9B-4A85-927D-FB8D-AD0CF6A15B37}"/>
          </ac:spMkLst>
        </pc:spChg>
        <pc:spChg chg="add mod">
          <ac:chgData name="Dipu Bar" userId="e98bad2d791fe302" providerId="LiveId" clId="{A9572563-8D51-424F-9368-B40779EE485C}" dt="2026-09-20T07:30:42.360" v="3256" actId="1076"/>
          <ac:spMkLst>
            <pc:docMk/>
            <pc:sldMk cId="0" sldId="259"/>
            <ac:spMk id="116" creationId="{EE15246E-F918-1ED8-B44A-B2B36EB5BFDE}"/>
          </ac:spMkLst>
        </pc:spChg>
        <pc:spChg chg="add mod">
          <ac:chgData name="Dipu Bar" userId="e98bad2d791fe302" providerId="LiveId" clId="{A9572563-8D51-424F-9368-B40779EE485C}" dt="2026-09-20T07:26:15.999" v="3113" actId="14100"/>
          <ac:spMkLst>
            <pc:docMk/>
            <pc:sldMk cId="0" sldId="259"/>
            <ac:spMk id="117" creationId="{2E804FF5-EC18-7F80-C5E2-D5C19F0ABAB6}"/>
          </ac:spMkLst>
        </pc:spChg>
        <pc:spChg chg="add mod">
          <ac:chgData name="Dipu Bar" userId="e98bad2d791fe302" providerId="LiveId" clId="{A9572563-8D51-424F-9368-B40779EE485C}" dt="2026-09-20T07:26:39.062" v="3139" actId="20577"/>
          <ac:spMkLst>
            <pc:docMk/>
            <pc:sldMk cId="0" sldId="259"/>
            <ac:spMk id="119" creationId="{4C1FA47D-222A-DC33-BB04-8E7EB3C46061}"/>
          </ac:spMkLst>
        </pc:spChg>
        <pc:spChg chg="add mod">
          <ac:chgData name="Dipu Bar" userId="e98bad2d791fe302" providerId="LiveId" clId="{A9572563-8D51-424F-9368-B40779EE485C}" dt="2026-09-20T07:26:58.656" v="3150" actId="255"/>
          <ac:spMkLst>
            <pc:docMk/>
            <pc:sldMk cId="0" sldId="259"/>
            <ac:spMk id="120" creationId="{7EDFD8F4-7503-EDB5-3FB1-A94D16680213}"/>
          </ac:spMkLst>
        </pc:spChg>
        <pc:spChg chg="add mod">
          <ac:chgData name="Dipu Bar" userId="e98bad2d791fe302" providerId="LiveId" clId="{A9572563-8D51-424F-9368-B40779EE485C}" dt="2026-09-20T07:27:49.910" v="3185" actId="1076"/>
          <ac:spMkLst>
            <pc:docMk/>
            <pc:sldMk cId="0" sldId="259"/>
            <ac:spMk id="121" creationId="{0B975096-ECD0-BA3B-F1CD-C9FD4B1F140C}"/>
          </ac:spMkLst>
        </pc:spChg>
        <pc:spChg chg="add mod">
          <ac:chgData name="Dipu Bar" userId="e98bad2d791fe302" providerId="LiveId" clId="{A9572563-8D51-424F-9368-B40779EE485C}" dt="2026-09-20T07:28:51.807" v="3221" actId="1076"/>
          <ac:spMkLst>
            <pc:docMk/>
            <pc:sldMk cId="0" sldId="259"/>
            <ac:spMk id="122" creationId="{2FB133AA-7ED1-1ED1-867E-431E8C47E2A5}"/>
          </ac:spMkLst>
        </pc:spChg>
        <pc:spChg chg="add mod">
          <ac:chgData name="Dipu Bar" userId="e98bad2d791fe302" providerId="LiveId" clId="{A9572563-8D51-424F-9368-B40779EE485C}" dt="2026-09-20T07:29:45.034" v="3240" actId="255"/>
          <ac:spMkLst>
            <pc:docMk/>
            <pc:sldMk cId="0" sldId="259"/>
            <ac:spMk id="123" creationId="{A950CC81-9FF5-50CD-3756-7AB1CCE1E5AC}"/>
          </ac:spMkLst>
        </pc:spChg>
        <pc:spChg chg="add mod">
          <ac:chgData name="Dipu Bar" userId="e98bad2d791fe302" providerId="LiveId" clId="{A9572563-8D51-424F-9368-B40779EE485C}" dt="2026-09-20T07:30:35.434" v="3254" actId="255"/>
          <ac:spMkLst>
            <pc:docMk/>
            <pc:sldMk cId="0" sldId="259"/>
            <ac:spMk id="124" creationId="{E5526087-9827-547B-E517-F262F0A0C615}"/>
          </ac:spMkLst>
        </pc:spChg>
        <pc:picChg chg="mod">
          <ac:chgData name="Dipu Bar" userId="e98bad2d791fe302" providerId="LiveId" clId="{A9572563-8D51-424F-9368-B40779EE485C}" dt="2026-09-20T04:50:54.075" v="1018" actId="1076"/>
          <ac:picMkLst>
            <pc:docMk/>
            <pc:sldMk cId="0" sldId="259"/>
            <ac:picMk id="7" creationId="{00000000-0000-0000-0000-000000000000}"/>
          </ac:picMkLst>
        </pc:picChg>
        <pc:picChg chg="del mod">
          <ac:chgData name="Dipu Bar" userId="e98bad2d791fe302" providerId="LiveId" clId="{A9572563-8D51-424F-9368-B40779EE485C}" dt="2026-09-20T05:02:11.020" v="1037" actId="478"/>
          <ac:picMkLst>
            <pc:docMk/>
            <pc:sldMk cId="0" sldId="259"/>
            <ac:picMk id="22" creationId="{00000000-0000-0000-0000-000000000000}"/>
          </ac:picMkLst>
        </pc:picChg>
        <pc:picChg chg="del">
          <ac:chgData name="Dipu Bar" userId="e98bad2d791fe302" providerId="LiveId" clId="{A9572563-8D51-424F-9368-B40779EE485C}" dt="2026-09-20T05:02:11.020" v="1037" actId="478"/>
          <ac:picMkLst>
            <pc:docMk/>
            <pc:sldMk cId="0" sldId="259"/>
            <ac:picMk id="24" creationId="{00000000-0000-0000-0000-000000000000}"/>
          </ac:picMkLst>
        </pc:picChg>
        <pc:picChg chg="del">
          <ac:chgData name="Dipu Bar" userId="e98bad2d791fe302" providerId="LiveId" clId="{A9572563-8D51-424F-9368-B40779EE485C}" dt="2026-09-20T05:02:11.020" v="1037" actId="478"/>
          <ac:picMkLst>
            <pc:docMk/>
            <pc:sldMk cId="0" sldId="259"/>
            <ac:picMk id="26" creationId="{00000000-0000-0000-0000-000000000000}"/>
          </ac:picMkLst>
        </pc:picChg>
        <pc:picChg chg="del">
          <ac:chgData name="Dipu Bar" userId="e98bad2d791fe302" providerId="LiveId" clId="{A9572563-8D51-424F-9368-B40779EE485C}" dt="2026-09-20T05:02:11.020" v="1037" actId="478"/>
          <ac:picMkLst>
            <pc:docMk/>
            <pc:sldMk cId="0" sldId="259"/>
            <ac:picMk id="28" creationId="{00000000-0000-0000-0000-000000000000}"/>
          </ac:picMkLst>
        </pc:picChg>
        <pc:picChg chg="del mod">
          <ac:chgData name="Dipu Bar" userId="e98bad2d791fe302" providerId="LiveId" clId="{A9572563-8D51-424F-9368-B40779EE485C}" dt="2026-09-20T05:02:11.020" v="1037" actId="478"/>
          <ac:picMkLst>
            <pc:docMk/>
            <pc:sldMk cId="0" sldId="259"/>
            <ac:picMk id="30" creationId="{00000000-0000-0000-0000-000000000000}"/>
          </ac:picMkLst>
        </pc:picChg>
      </pc:sldChg>
      <pc:sldChg chg="addSp delSp modSp mod">
        <pc:chgData name="Dipu Bar" userId="e98bad2d791fe302" providerId="LiveId" clId="{A9572563-8D51-424F-9368-B40779EE485C}" dt="2026-09-20T07:19:44.040" v="2725" actId="113"/>
        <pc:sldMkLst>
          <pc:docMk/>
          <pc:sldMk cId="0" sldId="260"/>
        </pc:sldMkLst>
        <pc:spChg chg="mod">
          <ac:chgData name="Dipu Bar" userId="e98bad2d791fe302" providerId="LiveId" clId="{A9572563-8D51-424F-9368-B40779EE485C}" dt="2026-09-20T05:19:55.718" v="1215" actId="1076"/>
          <ac:spMkLst>
            <pc:docMk/>
            <pc:sldMk cId="0" sldId="260"/>
            <ac:spMk id="4" creationId="{00000000-0000-0000-0000-000000000000}"/>
          </ac:spMkLst>
        </pc:spChg>
        <pc:spChg chg="mod">
          <ac:chgData name="Dipu Bar" userId="e98bad2d791fe302" providerId="LiveId" clId="{A9572563-8D51-424F-9368-B40779EE485C}" dt="2026-09-20T05:20:00.659" v="1216" actId="1076"/>
          <ac:spMkLst>
            <pc:docMk/>
            <pc:sldMk cId="0" sldId="260"/>
            <ac:spMk id="5" creationId="{00000000-0000-0000-0000-000000000000}"/>
          </ac:spMkLst>
        </pc:spChg>
        <pc:spChg chg="mod">
          <ac:chgData name="Dipu Bar" userId="e98bad2d791fe302" providerId="LiveId" clId="{A9572563-8D51-424F-9368-B40779EE485C}" dt="2026-09-20T05:20:10.679" v="1219" actId="1076"/>
          <ac:spMkLst>
            <pc:docMk/>
            <pc:sldMk cId="0" sldId="260"/>
            <ac:spMk id="6" creationId="{00000000-0000-0000-0000-000000000000}"/>
          </ac:spMkLst>
        </pc:spChg>
        <pc:spChg chg="mod">
          <ac:chgData name="Dipu Bar" userId="e98bad2d791fe302" providerId="LiveId" clId="{A9572563-8D51-424F-9368-B40779EE485C}" dt="2026-09-20T05:34:05.933" v="1364" actId="20577"/>
          <ac:spMkLst>
            <pc:docMk/>
            <pc:sldMk cId="0" sldId="260"/>
            <ac:spMk id="8" creationId="{00000000-0000-0000-0000-000000000000}"/>
          </ac:spMkLst>
        </pc:spChg>
        <pc:spChg chg="mod">
          <ac:chgData name="Dipu Bar" userId="e98bad2d791fe302" providerId="LiveId" clId="{A9572563-8D51-424F-9368-B40779EE485C}" dt="2026-09-20T05:20:13.843" v="1220" actId="1076"/>
          <ac:spMkLst>
            <pc:docMk/>
            <pc:sldMk cId="0" sldId="260"/>
            <ac:spMk id="9" creationId="{00000000-0000-0000-0000-000000000000}"/>
          </ac:spMkLst>
        </pc:spChg>
        <pc:spChg chg="mod">
          <ac:chgData name="Dipu Bar" userId="e98bad2d791fe302" providerId="LiveId" clId="{A9572563-8D51-424F-9368-B40779EE485C}" dt="2026-09-20T05:27:23.896" v="1234" actId="1076"/>
          <ac:spMkLst>
            <pc:docMk/>
            <pc:sldMk cId="0" sldId="260"/>
            <ac:spMk id="10" creationId="{00000000-0000-0000-0000-000000000000}"/>
          </ac:spMkLst>
        </pc:spChg>
        <pc:spChg chg="mod">
          <ac:chgData name="Dipu Bar" userId="e98bad2d791fe302" providerId="LiveId" clId="{A9572563-8D51-424F-9368-B40779EE485C}" dt="2026-09-20T05:27:23.896" v="1234" actId="1076"/>
          <ac:spMkLst>
            <pc:docMk/>
            <pc:sldMk cId="0" sldId="260"/>
            <ac:spMk id="11" creationId="{00000000-0000-0000-0000-000000000000}"/>
          </ac:spMkLst>
        </pc:spChg>
        <pc:spChg chg="mod">
          <ac:chgData name="Dipu Bar" userId="e98bad2d791fe302" providerId="LiveId" clId="{A9572563-8D51-424F-9368-B40779EE485C}" dt="2026-09-20T05:27:23.896" v="1234" actId="1076"/>
          <ac:spMkLst>
            <pc:docMk/>
            <pc:sldMk cId="0" sldId="260"/>
            <ac:spMk id="12" creationId="{00000000-0000-0000-0000-000000000000}"/>
          </ac:spMkLst>
        </pc:spChg>
        <pc:spChg chg="mod">
          <ac:chgData name="Dipu Bar" userId="e98bad2d791fe302" providerId="LiveId" clId="{A9572563-8D51-424F-9368-B40779EE485C}" dt="2026-09-20T07:07:38.856" v="2502" actId="1076"/>
          <ac:spMkLst>
            <pc:docMk/>
            <pc:sldMk cId="0" sldId="260"/>
            <ac:spMk id="13" creationId="{00000000-0000-0000-0000-000000000000}"/>
          </ac:spMkLst>
        </pc:spChg>
        <pc:spChg chg="mod">
          <ac:chgData name="Dipu Bar" userId="e98bad2d791fe302" providerId="LiveId" clId="{A9572563-8D51-424F-9368-B40779EE485C}" dt="2026-09-20T05:27:26.926" v="1235" actId="1076"/>
          <ac:spMkLst>
            <pc:docMk/>
            <pc:sldMk cId="0" sldId="260"/>
            <ac:spMk id="14" creationId="{00000000-0000-0000-0000-000000000000}"/>
          </ac:spMkLst>
        </pc:spChg>
        <pc:spChg chg="mod">
          <ac:chgData name="Dipu Bar" userId="e98bad2d791fe302" providerId="LiveId" clId="{A9572563-8D51-424F-9368-B40779EE485C}" dt="2026-09-20T05:27:17.270" v="1233" actId="1076"/>
          <ac:spMkLst>
            <pc:docMk/>
            <pc:sldMk cId="0" sldId="260"/>
            <ac:spMk id="15" creationId="{00000000-0000-0000-0000-000000000000}"/>
          </ac:spMkLst>
        </pc:spChg>
        <pc:spChg chg="del">
          <ac:chgData name="Dipu Bar" userId="e98bad2d791fe302" providerId="LiveId" clId="{A9572563-8D51-424F-9368-B40779EE485C}" dt="2026-09-20T05:27:34.396" v="1237" actId="478"/>
          <ac:spMkLst>
            <pc:docMk/>
            <pc:sldMk cId="0" sldId="260"/>
            <ac:spMk id="16" creationId="{00000000-0000-0000-0000-000000000000}"/>
          </ac:spMkLst>
        </pc:spChg>
        <pc:spChg chg="mod">
          <ac:chgData name="Dipu Bar" userId="e98bad2d791fe302" providerId="LiveId" clId="{A9572563-8D51-424F-9368-B40779EE485C}" dt="2026-09-20T05:27:40.752" v="1239" actId="1076"/>
          <ac:spMkLst>
            <pc:docMk/>
            <pc:sldMk cId="0" sldId="260"/>
            <ac:spMk id="17" creationId="{00000000-0000-0000-0000-000000000000}"/>
          </ac:spMkLst>
        </pc:spChg>
        <pc:spChg chg="del">
          <ac:chgData name="Dipu Bar" userId="e98bad2d791fe302" providerId="LiveId" clId="{A9572563-8D51-424F-9368-B40779EE485C}" dt="2026-09-20T05:27:49.815" v="1241" actId="478"/>
          <ac:spMkLst>
            <pc:docMk/>
            <pc:sldMk cId="0" sldId="260"/>
            <ac:spMk id="18" creationId="{00000000-0000-0000-0000-000000000000}"/>
          </ac:spMkLst>
        </pc:spChg>
        <pc:spChg chg="mod">
          <ac:chgData name="Dipu Bar" userId="e98bad2d791fe302" providerId="LiveId" clId="{A9572563-8D51-424F-9368-B40779EE485C}" dt="2026-09-20T05:33:11.452" v="1340" actId="14100"/>
          <ac:spMkLst>
            <pc:docMk/>
            <pc:sldMk cId="0" sldId="260"/>
            <ac:spMk id="19" creationId="{00000000-0000-0000-0000-000000000000}"/>
          </ac:spMkLst>
        </pc:spChg>
        <pc:spChg chg="del mod ord">
          <ac:chgData name="Dipu Bar" userId="e98bad2d791fe302" providerId="LiveId" clId="{A9572563-8D51-424F-9368-B40779EE485C}" dt="2026-09-20T06:45:29.499" v="1991" actId="478"/>
          <ac:spMkLst>
            <pc:docMk/>
            <pc:sldMk cId="0" sldId="260"/>
            <ac:spMk id="20" creationId="{00000000-0000-0000-0000-000000000000}"/>
          </ac:spMkLst>
        </pc:spChg>
        <pc:spChg chg="mod">
          <ac:chgData name="Dipu Bar" userId="e98bad2d791fe302" providerId="LiveId" clId="{A9572563-8D51-424F-9368-B40779EE485C}" dt="2026-09-20T05:31:31.794" v="1317" actId="14100"/>
          <ac:spMkLst>
            <pc:docMk/>
            <pc:sldMk cId="0" sldId="260"/>
            <ac:spMk id="21" creationId="{00000000-0000-0000-0000-000000000000}"/>
          </ac:spMkLst>
        </pc:spChg>
        <pc:spChg chg="del mod ord">
          <ac:chgData name="Dipu Bar" userId="e98bad2d791fe302" providerId="LiveId" clId="{A9572563-8D51-424F-9368-B40779EE485C}" dt="2026-09-20T05:30:18.914" v="1303" actId="478"/>
          <ac:spMkLst>
            <pc:docMk/>
            <pc:sldMk cId="0" sldId="260"/>
            <ac:spMk id="23" creationId="{00000000-0000-0000-0000-000000000000}"/>
          </ac:spMkLst>
        </pc:spChg>
        <pc:spChg chg="del mod">
          <ac:chgData name="Dipu Bar" userId="e98bad2d791fe302" providerId="LiveId" clId="{A9572563-8D51-424F-9368-B40779EE485C}" dt="2026-09-20T05:30:50.230" v="1309" actId="478"/>
          <ac:spMkLst>
            <pc:docMk/>
            <pc:sldMk cId="0" sldId="260"/>
            <ac:spMk id="25" creationId="{00000000-0000-0000-0000-000000000000}"/>
          </ac:spMkLst>
        </pc:spChg>
        <pc:spChg chg="del mod">
          <ac:chgData name="Dipu Bar" userId="e98bad2d791fe302" providerId="LiveId" clId="{A9572563-8D51-424F-9368-B40779EE485C}" dt="2026-09-20T05:30:52.418" v="1310" actId="478"/>
          <ac:spMkLst>
            <pc:docMk/>
            <pc:sldMk cId="0" sldId="260"/>
            <ac:spMk id="27" creationId="{00000000-0000-0000-0000-000000000000}"/>
          </ac:spMkLst>
        </pc:spChg>
        <pc:spChg chg="del mod">
          <ac:chgData name="Dipu Bar" userId="e98bad2d791fe302" providerId="LiveId" clId="{A9572563-8D51-424F-9368-B40779EE485C}" dt="2026-09-20T05:30:58.041" v="1312" actId="478"/>
          <ac:spMkLst>
            <pc:docMk/>
            <pc:sldMk cId="0" sldId="260"/>
            <ac:spMk id="29" creationId="{00000000-0000-0000-0000-000000000000}"/>
          </ac:spMkLst>
        </pc:spChg>
        <pc:spChg chg="del mod">
          <ac:chgData name="Dipu Bar" userId="e98bad2d791fe302" providerId="LiveId" clId="{A9572563-8D51-424F-9368-B40779EE485C}" dt="2026-09-20T05:31:01.034" v="1313" actId="478"/>
          <ac:spMkLst>
            <pc:docMk/>
            <pc:sldMk cId="0" sldId="260"/>
            <ac:spMk id="31" creationId="{00000000-0000-0000-0000-000000000000}"/>
          </ac:spMkLst>
        </pc:spChg>
        <pc:spChg chg="del">
          <ac:chgData name="Dipu Bar" userId="e98bad2d791fe302" providerId="LiveId" clId="{A9572563-8D51-424F-9368-B40779EE485C}" dt="2026-09-20T05:29:11.138" v="1254" actId="478"/>
          <ac:spMkLst>
            <pc:docMk/>
            <pc:sldMk cId="0" sldId="260"/>
            <ac:spMk id="32" creationId="{00000000-0000-0000-0000-000000000000}"/>
          </ac:spMkLst>
        </pc:spChg>
        <pc:spChg chg="del">
          <ac:chgData name="Dipu Bar" userId="e98bad2d791fe302" providerId="LiveId" clId="{A9572563-8D51-424F-9368-B40779EE485C}" dt="2026-09-20T05:30:44.184" v="1308" actId="478"/>
          <ac:spMkLst>
            <pc:docMk/>
            <pc:sldMk cId="0" sldId="260"/>
            <ac:spMk id="33" creationId="{00000000-0000-0000-0000-000000000000}"/>
          </ac:spMkLst>
        </pc:spChg>
        <pc:spChg chg="add mod">
          <ac:chgData name="Dipu Bar" userId="e98bad2d791fe302" providerId="LiveId" clId="{A9572563-8D51-424F-9368-B40779EE485C}" dt="2026-09-20T05:33:08.597" v="1339" actId="14100"/>
          <ac:spMkLst>
            <pc:docMk/>
            <pc:sldMk cId="0" sldId="260"/>
            <ac:spMk id="34" creationId="{A3FF61AD-DE8C-31C3-ACA3-718DE9CC5937}"/>
          </ac:spMkLst>
        </pc:spChg>
        <pc:spChg chg="add mod">
          <ac:chgData name="Dipu Bar" userId="e98bad2d791fe302" providerId="LiveId" clId="{A9572563-8D51-424F-9368-B40779EE485C}" dt="2026-09-20T05:33:02.866" v="1337" actId="14100"/>
          <ac:spMkLst>
            <pc:docMk/>
            <pc:sldMk cId="0" sldId="260"/>
            <ac:spMk id="36" creationId="{A65C52FD-BD23-CB27-ED15-08F7F15A322D}"/>
          </ac:spMkLst>
        </pc:spChg>
        <pc:spChg chg="add mod">
          <ac:chgData name="Dipu Bar" userId="e98bad2d791fe302" providerId="LiveId" clId="{A9572563-8D51-424F-9368-B40779EE485C}" dt="2026-09-20T05:32:54.251" v="1336" actId="14100"/>
          <ac:spMkLst>
            <pc:docMk/>
            <pc:sldMk cId="0" sldId="260"/>
            <ac:spMk id="38" creationId="{1188DC68-8591-8CB4-7772-F5F0F6287292}"/>
          </ac:spMkLst>
        </pc:spChg>
        <pc:spChg chg="add mod ord">
          <ac:chgData name="Dipu Bar" userId="e98bad2d791fe302" providerId="LiveId" clId="{A9572563-8D51-424F-9368-B40779EE485C}" dt="2026-09-20T05:31:26.188" v="1316" actId="14100"/>
          <ac:spMkLst>
            <pc:docMk/>
            <pc:sldMk cId="0" sldId="260"/>
            <ac:spMk id="40" creationId="{ACC5A050-2FA4-3C18-3BF3-D97919F546BF}"/>
          </ac:spMkLst>
        </pc:spChg>
        <pc:spChg chg="add mod">
          <ac:chgData name="Dipu Bar" userId="e98bad2d791fe302" providerId="LiveId" clId="{A9572563-8D51-424F-9368-B40779EE485C}" dt="2026-09-20T05:31:54.129" v="1323" actId="1076"/>
          <ac:spMkLst>
            <pc:docMk/>
            <pc:sldMk cId="0" sldId="260"/>
            <ac:spMk id="42" creationId="{5507721E-7424-9F76-454F-EDA6064E6EAF}"/>
          </ac:spMkLst>
        </pc:spChg>
        <pc:spChg chg="add mod">
          <ac:chgData name="Dipu Bar" userId="e98bad2d791fe302" providerId="LiveId" clId="{A9572563-8D51-424F-9368-B40779EE485C}" dt="2026-09-20T05:32:12.462" v="1328" actId="1076"/>
          <ac:spMkLst>
            <pc:docMk/>
            <pc:sldMk cId="0" sldId="260"/>
            <ac:spMk id="44" creationId="{62CE9E82-CDBF-6446-925E-ECE768EAE845}"/>
          </ac:spMkLst>
        </pc:spChg>
        <pc:spChg chg="add del mod">
          <ac:chgData name="Dipu Bar" userId="e98bad2d791fe302" providerId="LiveId" clId="{A9572563-8D51-424F-9368-B40779EE485C}" dt="2026-09-20T06:45:23.864" v="1989" actId="478"/>
          <ac:spMkLst>
            <pc:docMk/>
            <pc:sldMk cId="0" sldId="260"/>
            <ac:spMk id="46" creationId="{C0EB786D-EE25-B6F9-F782-AE21D4281BFE}"/>
          </ac:spMkLst>
        </pc:spChg>
        <pc:spChg chg="add del">
          <ac:chgData name="Dipu Bar" userId="e98bad2d791fe302" providerId="LiveId" clId="{A9572563-8D51-424F-9368-B40779EE485C}" dt="2026-09-20T05:32:17.786" v="1330" actId="22"/>
          <ac:spMkLst>
            <pc:docMk/>
            <pc:sldMk cId="0" sldId="260"/>
            <ac:spMk id="48" creationId="{1B86A606-1860-B911-3BA8-E91AF048F93A}"/>
          </ac:spMkLst>
        </pc:spChg>
        <pc:spChg chg="add del">
          <ac:chgData name="Dipu Bar" userId="e98bad2d791fe302" providerId="LiveId" clId="{A9572563-8D51-424F-9368-B40779EE485C}" dt="2026-09-20T05:32:17.786" v="1330" actId="22"/>
          <ac:spMkLst>
            <pc:docMk/>
            <pc:sldMk cId="0" sldId="260"/>
            <ac:spMk id="50" creationId="{34019AEE-4013-4F26-20C2-7468E4776849}"/>
          </ac:spMkLst>
        </pc:spChg>
        <pc:spChg chg="add del">
          <ac:chgData name="Dipu Bar" userId="e98bad2d791fe302" providerId="LiveId" clId="{A9572563-8D51-424F-9368-B40779EE485C}" dt="2026-09-20T05:32:17.786" v="1330" actId="22"/>
          <ac:spMkLst>
            <pc:docMk/>
            <pc:sldMk cId="0" sldId="260"/>
            <ac:spMk id="52" creationId="{CF99CDF4-06E5-0B21-1D21-6F7F20190EC7}"/>
          </ac:spMkLst>
        </pc:spChg>
        <pc:spChg chg="add mod">
          <ac:chgData name="Dipu Bar" userId="e98bad2d791fe302" providerId="LiveId" clId="{A9572563-8D51-424F-9368-B40779EE485C}" dt="2026-09-20T05:32:28.495" v="1332" actId="1076"/>
          <ac:spMkLst>
            <pc:docMk/>
            <pc:sldMk cId="0" sldId="260"/>
            <ac:spMk id="54" creationId="{04EE66B1-531E-D8A4-F65A-D9738BCDBFFF}"/>
          </ac:spMkLst>
        </pc:spChg>
        <pc:spChg chg="add mod">
          <ac:chgData name="Dipu Bar" userId="e98bad2d791fe302" providerId="LiveId" clId="{A9572563-8D51-424F-9368-B40779EE485C}" dt="2026-09-20T05:32:28.495" v="1332" actId="1076"/>
          <ac:spMkLst>
            <pc:docMk/>
            <pc:sldMk cId="0" sldId="260"/>
            <ac:spMk id="56" creationId="{3B7C962C-F80F-3395-82FF-E419DA3AFBBA}"/>
          </ac:spMkLst>
        </pc:spChg>
        <pc:spChg chg="add del mod">
          <ac:chgData name="Dipu Bar" userId="e98bad2d791fe302" providerId="LiveId" clId="{A9572563-8D51-424F-9368-B40779EE485C}" dt="2026-09-20T06:45:14.427" v="1986" actId="478"/>
          <ac:spMkLst>
            <pc:docMk/>
            <pc:sldMk cId="0" sldId="260"/>
            <ac:spMk id="58" creationId="{963B4995-076A-081F-BF1E-1F77ED46273F}"/>
          </ac:spMkLst>
        </pc:spChg>
        <pc:spChg chg="add mod">
          <ac:chgData name="Dipu Bar" userId="e98bad2d791fe302" providerId="LiveId" clId="{A9572563-8D51-424F-9368-B40779EE485C}" dt="2026-09-20T06:42:50.530" v="1878" actId="14100"/>
          <ac:spMkLst>
            <pc:docMk/>
            <pc:sldMk cId="0" sldId="260"/>
            <ac:spMk id="60" creationId="{EB952A7F-D344-29ED-4D14-5DC1FEB8026C}"/>
          </ac:spMkLst>
        </pc:spChg>
        <pc:spChg chg="add mod">
          <ac:chgData name="Dipu Bar" userId="e98bad2d791fe302" providerId="LiveId" clId="{A9572563-8D51-424F-9368-B40779EE485C}" dt="2026-09-20T05:33:41.393" v="1346" actId="14100"/>
          <ac:spMkLst>
            <pc:docMk/>
            <pc:sldMk cId="0" sldId="260"/>
            <ac:spMk id="62" creationId="{83F5BA70-A382-F5A1-6EAE-86040EEE3857}"/>
          </ac:spMkLst>
        </pc:spChg>
        <pc:spChg chg="add mod">
          <ac:chgData name="Dipu Bar" userId="e98bad2d791fe302" providerId="LiveId" clId="{A9572563-8D51-424F-9368-B40779EE485C}" dt="2026-09-20T06:43:30.183" v="1909" actId="1076"/>
          <ac:spMkLst>
            <pc:docMk/>
            <pc:sldMk cId="0" sldId="260"/>
            <ac:spMk id="64" creationId="{CA3D194B-E56C-AC67-0A83-BF2869BD6924}"/>
          </ac:spMkLst>
        </pc:spChg>
        <pc:spChg chg="add mod">
          <ac:chgData name="Dipu Bar" userId="e98bad2d791fe302" providerId="LiveId" clId="{A9572563-8D51-424F-9368-B40779EE485C}" dt="2026-09-20T05:36:24.907" v="1374" actId="1076"/>
          <ac:spMkLst>
            <pc:docMk/>
            <pc:sldMk cId="0" sldId="260"/>
            <ac:spMk id="66" creationId="{95215A23-2D31-57DD-0DA7-93EDC125FAC9}"/>
          </ac:spMkLst>
        </pc:spChg>
        <pc:spChg chg="add mod">
          <ac:chgData name="Dipu Bar" userId="e98bad2d791fe302" providerId="LiveId" clId="{A9572563-8D51-424F-9368-B40779EE485C}" dt="2026-09-20T06:46:34.410" v="2013" actId="1076"/>
          <ac:spMkLst>
            <pc:docMk/>
            <pc:sldMk cId="0" sldId="260"/>
            <ac:spMk id="68" creationId="{73E35986-4DEB-211D-4BE6-4F28FCCFBAF9}"/>
          </ac:spMkLst>
        </pc:spChg>
        <pc:spChg chg="add mod">
          <ac:chgData name="Dipu Bar" userId="e98bad2d791fe302" providerId="LiveId" clId="{A9572563-8D51-424F-9368-B40779EE485C}" dt="2026-09-20T05:36:32.905" v="1376" actId="1076"/>
          <ac:spMkLst>
            <pc:docMk/>
            <pc:sldMk cId="0" sldId="260"/>
            <ac:spMk id="70" creationId="{17F87475-99EA-A378-353C-35F9A7D46A54}"/>
          </ac:spMkLst>
        </pc:spChg>
        <pc:spChg chg="add mod">
          <ac:chgData name="Dipu Bar" userId="e98bad2d791fe302" providerId="LiveId" clId="{A9572563-8D51-424F-9368-B40779EE485C}" dt="2026-09-20T07:19:44.040" v="2725" actId="113"/>
          <ac:spMkLst>
            <pc:docMk/>
            <pc:sldMk cId="0" sldId="260"/>
            <ac:spMk id="72" creationId="{343AB0CA-E11A-9DC9-23E2-38EEDC6F3DFE}"/>
          </ac:spMkLst>
        </pc:spChg>
        <pc:spChg chg="add mod">
          <ac:chgData name="Dipu Bar" userId="e98bad2d791fe302" providerId="LiveId" clId="{A9572563-8D51-424F-9368-B40779EE485C}" dt="2026-09-20T05:36:38.705" v="1378" actId="1076"/>
          <ac:spMkLst>
            <pc:docMk/>
            <pc:sldMk cId="0" sldId="260"/>
            <ac:spMk id="74" creationId="{8959FA5A-D1AE-823F-3072-8772E4A4805A}"/>
          </ac:spMkLst>
        </pc:spChg>
        <pc:spChg chg="add mod">
          <ac:chgData name="Dipu Bar" userId="e98bad2d791fe302" providerId="LiveId" clId="{A9572563-8D51-424F-9368-B40779EE485C}" dt="2026-09-20T06:45:46.546" v="1996" actId="20577"/>
          <ac:spMkLst>
            <pc:docMk/>
            <pc:sldMk cId="0" sldId="260"/>
            <ac:spMk id="76" creationId="{CD0258D2-90C8-6CD2-C741-1A36AFF3E941}"/>
          </ac:spMkLst>
        </pc:spChg>
        <pc:spChg chg="add mod">
          <ac:chgData name="Dipu Bar" userId="e98bad2d791fe302" providerId="LiveId" clId="{A9572563-8D51-424F-9368-B40779EE485C}" dt="2026-09-20T06:46:06.869" v="2004" actId="20577"/>
          <ac:spMkLst>
            <pc:docMk/>
            <pc:sldMk cId="0" sldId="260"/>
            <ac:spMk id="78" creationId="{1FE0D067-CCE3-35FB-E8BF-BEDDF9DC5794}"/>
          </ac:spMkLst>
        </pc:spChg>
        <pc:spChg chg="add mod">
          <ac:chgData name="Dipu Bar" userId="e98bad2d791fe302" providerId="LiveId" clId="{A9572563-8D51-424F-9368-B40779EE485C}" dt="2026-09-20T06:46:26.666" v="2012" actId="20577"/>
          <ac:spMkLst>
            <pc:docMk/>
            <pc:sldMk cId="0" sldId="260"/>
            <ac:spMk id="80" creationId="{751AD392-B158-EA26-1CF2-E11654954BAC}"/>
          </ac:spMkLst>
        </pc:spChg>
        <pc:spChg chg="add mod">
          <ac:chgData name="Dipu Bar" userId="e98bad2d791fe302" providerId="LiveId" clId="{A9572563-8D51-424F-9368-B40779EE485C}" dt="2026-09-20T06:48:53.586" v="2066" actId="14100"/>
          <ac:spMkLst>
            <pc:docMk/>
            <pc:sldMk cId="0" sldId="260"/>
            <ac:spMk id="81" creationId="{DA02B02C-1862-6391-9D96-32D8C7C305E5}"/>
          </ac:spMkLst>
        </pc:spChg>
        <pc:spChg chg="add mod">
          <ac:chgData name="Dipu Bar" userId="e98bad2d791fe302" providerId="LiveId" clId="{A9572563-8D51-424F-9368-B40779EE485C}" dt="2026-09-20T07:17:17.185" v="2656" actId="20577"/>
          <ac:spMkLst>
            <pc:docMk/>
            <pc:sldMk cId="0" sldId="260"/>
            <ac:spMk id="83" creationId="{931A1EEB-CB22-0EF6-35CC-A2BEF0D72D5A}"/>
          </ac:spMkLst>
        </pc:spChg>
        <pc:spChg chg="add mod">
          <ac:chgData name="Dipu Bar" userId="e98bad2d791fe302" providerId="LiveId" clId="{A9572563-8D51-424F-9368-B40779EE485C}" dt="2026-09-20T07:19:30.588" v="2724" actId="113"/>
          <ac:spMkLst>
            <pc:docMk/>
            <pc:sldMk cId="0" sldId="260"/>
            <ac:spMk id="85" creationId="{8811F53E-C663-7F66-F50A-06733BAAE500}"/>
          </ac:spMkLst>
        </pc:spChg>
        <pc:spChg chg="add mod">
          <ac:chgData name="Dipu Bar" userId="e98bad2d791fe302" providerId="LiveId" clId="{A9572563-8D51-424F-9368-B40779EE485C}" dt="2026-09-20T07:19:19.397" v="2720" actId="114"/>
          <ac:spMkLst>
            <pc:docMk/>
            <pc:sldMk cId="0" sldId="260"/>
            <ac:spMk id="87" creationId="{32797C8D-A2A8-BCDC-DF1C-DED076D9541A}"/>
          </ac:spMkLst>
        </pc:spChg>
        <pc:spChg chg="add mod">
          <ac:chgData name="Dipu Bar" userId="e98bad2d791fe302" providerId="LiveId" clId="{A9572563-8D51-424F-9368-B40779EE485C}" dt="2026-09-20T07:19:05.259" v="2715" actId="114"/>
          <ac:spMkLst>
            <pc:docMk/>
            <pc:sldMk cId="0" sldId="260"/>
            <ac:spMk id="89" creationId="{E1CEC1B9-DCAF-ED5D-D5C2-289EB43B3AAE}"/>
          </ac:spMkLst>
        </pc:spChg>
        <pc:spChg chg="add mod">
          <ac:chgData name="Dipu Bar" userId="e98bad2d791fe302" providerId="LiveId" clId="{A9572563-8D51-424F-9368-B40779EE485C}" dt="2026-09-20T07:18:58.335" v="2713" actId="114"/>
          <ac:spMkLst>
            <pc:docMk/>
            <pc:sldMk cId="0" sldId="260"/>
            <ac:spMk id="91" creationId="{19C0CC68-C549-24F9-8514-484B7A67DD46}"/>
          </ac:spMkLst>
        </pc:spChg>
        <pc:spChg chg="add mod">
          <ac:chgData name="Dipu Bar" userId="e98bad2d791fe302" providerId="LiveId" clId="{A9572563-8D51-424F-9368-B40779EE485C}" dt="2026-09-20T07:18:48.311" v="2711" actId="20577"/>
          <ac:spMkLst>
            <pc:docMk/>
            <pc:sldMk cId="0" sldId="260"/>
            <ac:spMk id="93" creationId="{2D058F67-E3C9-92F6-00AD-9A10249D6026}"/>
          </ac:spMkLst>
        </pc:spChg>
        <pc:spChg chg="add mod">
          <ac:chgData name="Dipu Bar" userId="e98bad2d791fe302" providerId="LiveId" clId="{A9572563-8D51-424F-9368-B40779EE485C}" dt="2026-09-20T07:16:07.459" v="2607" actId="1076"/>
          <ac:spMkLst>
            <pc:docMk/>
            <pc:sldMk cId="0" sldId="260"/>
            <ac:spMk id="94" creationId="{E23B885A-425E-008D-7F4F-72B609E144A9}"/>
          </ac:spMkLst>
        </pc:spChg>
        <pc:spChg chg="add mod">
          <ac:chgData name="Dipu Bar" userId="e98bad2d791fe302" providerId="LiveId" clId="{A9572563-8D51-424F-9368-B40779EE485C}" dt="2026-09-20T07:16:29.426" v="2609" actId="1076"/>
          <ac:spMkLst>
            <pc:docMk/>
            <pc:sldMk cId="0" sldId="260"/>
            <ac:spMk id="96" creationId="{7235C3B0-E9EB-B540-462E-D544CDD84B4C}"/>
          </ac:spMkLst>
        </pc:spChg>
        <pc:spChg chg="add mod">
          <ac:chgData name="Dipu Bar" userId="e98bad2d791fe302" providerId="LiveId" clId="{A9572563-8D51-424F-9368-B40779EE485C}" dt="2026-09-20T06:51:00.161" v="2091" actId="1076"/>
          <ac:spMkLst>
            <pc:docMk/>
            <pc:sldMk cId="0" sldId="260"/>
            <ac:spMk id="98" creationId="{B8451756-AF5C-75BC-06B0-0E5EF753ECEC}"/>
          </ac:spMkLst>
        </pc:spChg>
        <pc:spChg chg="add mod">
          <ac:chgData name="Dipu Bar" userId="e98bad2d791fe302" providerId="LiveId" clId="{A9572563-8D51-424F-9368-B40779EE485C}" dt="2026-09-20T06:51:19.780" v="2094" actId="1076"/>
          <ac:spMkLst>
            <pc:docMk/>
            <pc:sldMk cId="0" sldId="260"/>
            <ac:spMk id="100" creationId="{0C5625E4-B018-7CA8-3D3A-CAA876064463}"/>
          </ac:spMkLst>
        </pc:spChg>
        <pc:spChg chg="add mod">
          <ac:chgData name="Dipu Bar" userId="e98bad2d791fe302" providerId="LiveId" clId="{A9572563-8D51-424F-9368-B40779EE485C}" dt="2026-09-20T07:08:57.329" v="2522" actId="14100"/>
          <ac:spMkLst>
            <pc:docMk/>
            <pc:sldMk cId="0" sldId="260"/>
            <ac:spMk id="102" creationId="{4617E507-2692-D8DD-8264-1452BB58CCFD}"/>
          </ac:spMkLst>
        </pc:spChg>
        <pc:spChg chg="add mod">
          <ac:chgData name="Dipu Bar" userId="e98bad2d791fe302" providerId="LiveId" clId="{A9572563-8D51-424F-9368-B40779EE485C}" dt="2026-09-20T07:10:16.083" v="2538" actId="1076"/>
          <ac:spMkLst>
            <pc:docMk/>
            <pc:sldMk cId="0" sldId="260"/>
            <ac:spMk id="104" creationId="{CBFF10FF-0594-F9A1-7FE7-E91143AFF081}"/>
          </ac:spMkLst>
        </pc:spChg>
        <pc:spChg chg="add mod">
          <ac:chgData name="Dipu Bar" userId="e98bad2d791fe302" providerId="LiveId" clId="{A9572563-8D51-424F-9368-B40779EE485C}" dt="2026-09-20T07:13:06.307" v="2576" actId="255"/>
          <ac:spMkLst>
            <pc:docMk/>
            <pc:sldMk cId="0" sldId="260"/>
            <ac:spMk id="106" creationId="{9AF845E2-605E-59A4-16DE-A664A33BBFC4}"/>
          </ac:spMkLst>
        </pc:spChg>
        <pc:spChg chg="add mod">
          <ac:chgData name="Dipu Bar" userId="e98bad2d791fe302" providerId="LiveId" clId="{A9572563-8D51-424F-9368-B40779EE485C}" dt="2026-09-20T07:15:15.419" v="2598" actId="1076"/>
          <ac:spMkLst>
            <pc:docMk/>
            <pc:sldMk cId="0" sldId="260"/>
            <ac:spMk id="108" creationId="{CFA47D08-ADE0-22AF-9942-5120458B0E32}"/>
          </ac:spMkLst>
        </pc:spChg>
        <pc:spChg chg="add mod">
          <ac:chgData name="Dipu Bar" userId="e98bad2d791fe302" providerId="LiveId" clId="{A9572563-8D51-424F-9368-B40779EE485C}" dt="2026-09-20T07:15:25.811" v="2600" actId="1076"/>
          <ac:spMkLst>
            <pc:docMk/>
            <pc:sldMk cId="0" sldId="260"/>
            <ac:spMk id="110" creationId="{B2A88932-BF18-77AD-D1FF-D0617A90C3A6}"/>
          </ac:spMkLst>
        </pc:spChg>
        <pc:spChg chg="add mod">
          <ac:chgData name="Dipu Bar" userId="e98bad2d791fe302" providerId="LiveId" clId="{A9572563-8D51-424F-9368-B40779EE485C}" dt="2026-09-20T07:15:39.151" v="2602" actId="1076"/>
          <ac:spMkLst>
            <pc:docMk/>
            <pc:sldMk cId="0" sldId="260"/>
            <ac:spMk id="112" creationId="{98780049-F7E3-9835-1BE1-EB099B2C004B}"/>
          </ac:spMkLst>
        </pc:spChg>
        <pc:spChg chg="add mod">
          <ac:chgData name="Dipu Bar" userId="e98bad2d791fe302" providerId="LiveId" clId="{A9572563-8D51-424F-9368-B40779EE485C}" dt="2026-09-20T07:15:56.526" v="2605" actId="1076"/>
          <ac:spMkLst>
            <pc:docMk/>
            <pc:sldMk cId="0" sldId="260"/>
            <ac:spMk id="114" creationId="{C58605B8-EE68-84B0-D694-5407BEF61936}"/>
          </ac:spMkLst>
        </pc:spChg>
        <pc:spChg chg="add mod">
          <ac:chgData name="Dipu Bar" userId="e98bad2d791fe302" providerId="LiveId" clId="{A9572563-8D51-424F-9368-B40779EE485C}" dt="2026-09-20T07:16:00.244" v="2606" actId="1076"/>
          <ac:spMkLst>
            <pc:docMk/>
            <pc:sldMk cId="0" sldId="260"/>
            <ac:spMk id="116" creationId="{68688500-5888-2682-B314-2BAA9BF0D107}"/>
          </ac:spMkLst>
        </pc:spChg>
        <pc:spChg chg="add mod">
          <ac:chgData name="Dipu Bar" userId="e98bad2d791fe302" providerId="LiveId" clId="{A9572563-8D51-424F-9368-B40779EE485C}" dt="2026-09-20T07:06:47.010" v="2488" actId="1076"/>
          <ac:spMkLst>
            <pc:docMk/>
            <pc:sldMk cId="0" sldId="260"/>
            <ac:spMk id="118" creationId="{E8E9CA74-9B9B-87A8-DA4C-8F0FEBF29020}"/>
          </ac:spMkLst>
        </pc:spChg>
        <pc:spChg chg="add mod">
          <ac:chgData name="Dipu Bar" userId="e98bad2d791fe302" providerId="LiveId" clId="{A9572563-8D51-424F-9368-B40779EE485C}" dt="2026-09-20T07:06:53.047" v="2490" actId="1076"/>
          <ac:spMkLst>
            <pc:docMk/>
            <pc:sldMk cId="0" sldId="260"/>
            <ac:spMk id="120" creationId="{DCA13332-61FD-9178-468B-E53657AB0BBB}"/>
          </ac:spMkLst>
        </pc:spChg>
        <pc:spChg chg="add mod">
          <ac:chgData name="Dipu Bar" userId="e98bad2d791fe302" providerId="LiveId" clId="{A9572563-8D51-424F-9368-B40779EE485C}" dt="2026-09-20T07:07:01.492" v="2492" actId="1076"/>
          <ac:spMkLst>
            <pc:docMk/>
            <pc:sldMk cId="0" sldId="260"/>
            <ac:spMk id="122" creationId="{EE404FF8-916A-B849-4AA2-F39A64F21C35}"/>
          </ac:spMkLst>
        </pc:spChg>
        <pc:spChg chg="add mod">
          <ac:chgData name="Dipu Bar" userId="e98bad2d791fe302" providerId="LiveId" clId="{A9572563-8D51-424F-9368-B40779EE485C}" dt="2026-09-20T07:07:11.191" v="2494" actId="1076"/>
          <ac:spMkLst>
            <pc:docMk/>
            <pc:sldMk cId="0" sldId="260"/>
            <ac:spMk id="124" creationId="{6EE0A9AF-E207-D76A-A90A-7B563E14DFBA}"/>
          </ac:spMkLst>
        </pc:spChg>
        <pc:spChg chg="add mod">
          <ac:chgData name="Dipu Bar" userId="e98bad2d791fe302" providerId="LiveId" clId="{A9572563-8D51-424F-9368-B40779EE485C}" dt="2026-09-20T07:07:17.781" v="2496" actId="1076"/>
          <ac:spMkLst>
            <pc:docMk/>
            <pc:sldMk cId="0" sldId="260"/>
            <ac:spMk id="126" creationId="{DDD9CE0F-F7ED-67F6-CEC1-E2774435728E}"/>
          </ac:spMkLst>
        </pc:spChg>
        <pc:spChg chg="add mod">
          <ac:chgData name="Dipu Bar" userId="e98bad2d791fe302" providerId="LiveId" clId="{A9572563-8D51-424F-9368-B40779EE485C}" dt="2026-09-20T07:07:24.077" v="2498" actId="1076"/>
          <ac:spMkLst>
            <pc:docMk/>
            <pc:sldMk cId="0" sldId="260"/>
            <ac:spMk id="128" creationId="{2329AF76-E600-FB65-8F13-765EB3F6D9D8}"/>
          </ac:spMkLst>
        </pc:spChg>
        <pc:spChg chg="add mod">
          <ac:chgData name="Dipu Bar" userId="e98bad2d791fe302" providerId="LiveId" clId="{A9572563-8D51-424F-9368-B40779EE485C}" dt="2026-09-20T07:07:44.165" v="2503" actId="1076"/>
          <ac:spMkLst>
            <pc:docMk/>
            <pc:sldMk cId="0" sldId="260"/>
            <ac:spMk id="130" creationId="{42B9E549-080D-91E3-2528-D1A7EF190A66}"/>
          </ac:spMkLst>
        </pc:spChg>
        <pc:spChg chg="add mod">
          <ac:chgData name="Dipu Bar" userId="e98bad2d791fe302" providerId="LiveId" clId="{A9572563-8D51-424F-9368-B40779EE485C}" dt="2026-09-20T07:07:54.259" v="2505" actId="1076"/>
          <ac:spMkLst>
            <pc:docMk/>
            <pc:sldMk cId="0" sldId="260"/>
            <ac:spMk id="132" creationId="{1E7B692C-AD3D-DB8D-5299-59B5B025328A}"/>
          </ac:spMkLst>
        </pc:spChg>
        <pc:spChg chg="add mod">
          <ac:chgData name="Dipu Bar" userId="e98bad2d791fe302" providerId="LiveId" clId="{A9572563-8D51-424F-9368-B40779EE485C}" dt="2026-09-20T07:08:01.457" v="2507" actId="1076"/>
          <ac:spMkLst>
            <pc:docMk/>
            <pc:sldMk cId="0" sldId="260"/>
            <ac:spMk id="134" creationId="{4832F433-AD81-134B-151B-598F9BBD234E}"/>
          </ac:spMkLst>
        </pc:spChg>
        <pc:spChg chg="add mod">
          <ac:chgData name="Dipu Bar" userId="e98bad2d791fe302" providerId="LiveId" clId="{A9572563-8D51-424F-9368-B40779EE485C}" dt="2026-09-20T07:08:08.558" v="2509" actId="1076"/>
          <ac:spMkLst>
            <pc:docMk/>
            <pc:sldMk cId="0" sldId="260"/>
            <ac:spMk id="136" creationId="{2E0F3DE0-1591-995E-C638-726658B98C31}"/>
          </ac:spMkLst>
        </pc:spChg>
        <pc:spChg chg="add mod">
          <ac:chgData name="Dipu Bar" userId="e98bad2d791fe302" providerId="LiveId" clId="{A9572563-8D51-424F-9368-B40779EE485C}" dt="2026-09-20T07:08:19.562" v="2511" actId="1076"/>
          <ac:spMkLst>
            <pc:docMk/>
            <pc:sldMk cId="0" sldId="260"/>
            <ac:spMk id="138" creationId="{A12E4BA1-7E24-F423-BE99-6D228DDD2B01}"/>
          </ac:spMkLst>
        </pc:spChg>
        <pc:spChg chg="add mod">
          <ac:chgData name="Dipu Bar" userId="e98bad2d791fe302" providerId="LiveId" clId="{A9572563-8D51-424F-9368-B40779EE485C}" dt="2026-09-20T07:08:26.398" v="2513" actId="1076"/>
          <ac:spMkLst>
            <pc:docMk/>
            <pc:sldMk cId="0" sldId="260"/>
            <ac:spMk id="140" creationId="{B6BEEF79-0737-8104-B4D2-439ABA74E386}"/>
          </ac:spMkLst>
        </pc:spChg>
        <pc:spChg chg="add mod">
          <ac:chgData name="Dipu Bar" userId="e98bad2d791fe302" providerId="LiveId" clId="{A9572563-8D51-424F-9368-B40779EE485C}" dt="2026-09-20T07:08:31.742" v="2515" actId="1076"/>
          <ac:spMkLst>
            <pc:docMk/>
            <pc:sldMk cId="0" sldId="260"/>
            <ac:spMk id="142" creationId="{47FC6384-E4D8-1B32-03C1-18888BE7F2A2}"/>
          </ac:spMkLst>
        </pc:spChg>
        <pc:spChg chg="add mod">
          <ac:chgData name="Dipu Bar" userId="e98bad2d791fe302" providerId="LiveId" clId="{A9572563-8D51-424F-9368-B40779EE485C}" dt="2026-09-20T07:08:36.578" v="2517" actId="1076"/>
          <ac:spMkLst>
            <pc:docMk/>
            <pc:sldMk cId="0" sldId="260"/>
            <ac:spMk id="144" creationId="{442395F4-3BA1-8BC4-2944-34A56B9862DF}"/>
          </ac:spMkLst>
        </pc:spChg>
        <pc:spChg chg="add mod">
          <ac:chgData name="Dipu Bar" userId="e98bad2d791fe302" providerId="LiveId" clId="{A9572563-8D51-424F-9368-B40779EE485C}" dt="2026-09-20T07:08:43.977" v="2519" actId="1076"/>
          <ac:spMkLst>
            <pc:docMk/>
            <pc:sldMk cId="0" sldId="260"/>
            <ac:spMk id="146" creationId="{25CA9D1A-886F-6C3C-CF55-1E8349513E0F}"/>
          </ac:spMkLst>
        </pc:spChg>
        <pc:spChg chg="add mod">
          <ac:chgData name="Dipu Bar" userId="e98bad2d791fe302" providerId="LiveId" clId="{A9572563-8D51-424F-9368-B40779EE485C}" dt="2026-09-20T07:08:50.391" v="2521" actId="1076"/>
          <ac:spMkLst>
            <pc:docMk/>
            <pc:sldMk cId="0" sldId="260"/>
            <ac:spMk id="148" creationId="{5CF9AC44-27AE-AA80-5AF7-F901890584F7}"/>
          </ac:spMkLst>
        </pc:spChg>
        <pc:spChg chg="add mod">
          <ac:chgData name="Dipu Bar" userId="e98bad2d791fe302" providerId="LiveId" clId="{A9572563-8D51-424F-9368-B40779EE485C}" dt="2026-09-20T07:09:04.895" v="2524" actId="1076"/>
          <ac:spMkLst>
            <pc:docMk/>
            <pc:sldMk cId="0" sldId="260"/>
            <ac:spMk id="150" creationId="{E1D84184-6D02-149B-1F7E-BFB19885D195}"/>
          </ac:spMkLst>
        </pc:spChg>
        <pc:spChg chg="add mod">
          <ac:chgData name="Dipu Bar" userId="e98bad2d791fe302" providerId="LiveId" clId="{A9572563-8D51-424F-9368-B40779EE485C}" dt="2026-09-20T07:09:10.141" v="2526" actId="1076"/>
          <ac:spMkLst>
            <pc:docMk/>
            <pc:sldMk cId="0" sldId="260"/>
            <ac:spMk id="152" creationId="{970910B3-31CA-B1D8-866E-33711892D207}"/>
          </ac:spMkLst>
        </pc:spChg>
        <pc:spChg chg="add mod">
          <ac:chgData name="Dipu Bar" userId="e98bad2d791fe302" providerId="LiveId" clId="{A9572563-8D51-424F-9368-B40779EE485C}" dt="2026-09-20T07:09:15.386" v="2528" actId="1076"/>
          <ac:spMkLst>
            <pc:docMk/>
            <pc:sldMk cId="0" sldId="260"/>
            <ac:spMk id="154" creationId="{08F3670E-1272-A84A-290A-BB5FD60F4A00}"/>
          </ac:spMkLst>
        </pc:spChg>
        <pc:spChg chg="add mod">
          <ac:chgData name="Dipu Bar" userId="e98bad2d791fe302" providerId="LiveId" clId="{A9572563-8D51-424F-9368-B40779EE485C}" dt="2026-09-20T07:09:22.709" v="2530" actId="1076"/>
          <ac:spMkLst>
            <pc:docMk/>
            <pc:sldMk cId="0" sldId="260"/>
            <ac:spMk id="156" creationId="{87EAC896-3B40-C862-C89D-2C8AA2B4529B}"/>
          </ac:spMkLst>
        </pc:spChg>
        <pc:spChg chg="add mod">
          <ac:chgData name="Dipu Bar" userId="e98bad2d791fe302" providerId="LiveId" clId="{A9572563-8D51-424F-9368-B40779EE485C}" dt="2026-09-20T07:09:38.015" v="2532" actId="1076"/>
          <ac:spMkLst>
            <pc:docMk/>
            <pc:sldMk cId="0" sldId="260"/>
            <ac:spMk id="158" creationId="{4078CD11-124F-CBED-2385-A88F325FADC9}"/>
          </ac:spMkLst>
        </pc:spChg>
        <pc:spChg chg="add mod">
          <ac:chgData name="Dipu Bar" userId="e98bad2d791fe302" providerId="LiveId" clId="{A9572563-8D51-424F-9368-B40779EE485C}" dt="2026-09-20T07:10:42.490" v="2539" actId="1076"/>
          <ac:spMkLst>
            <pc:docMk/>
            <pc:sldMk cId="0" sldId="260"/>
            <ac:spMk id="160" creationId="{502659D0-8ECB-0B52-9938-6FC70902EA4D}"/>
          </ac:spMkLst>
        </pc:spChg>
        <pc:spChg chg="add mod">
          <ac:chgData name="Dipu Bar" userId="e98bad2d791fe302" providerId="LiveId" clId="{A9572563-8D51-424F-9368-B40779EE485C}" dt="2026-09-20T07:10:52.540" v="2541" actId="1076"/>
          <ac:spMkLst>
            <pc:docMk/>
            <pc:sldMk cId="0" sldId="260"/>
            <ac:spMk id="162" creationId="{7CF97D4C-2E1B-3EE7-10CC-029A4EFABE71}"/>
          </ac:spMkLst>
        </pc:spChg>
        <pc:spChg chg="add mod">
          <ac:chgData name="Dipu Bar" userId="e98bad2d791fe302" providerId="LiveId" clId="{A9572563-8D51-424F-9368-B40779EE485C}" dt="2026-09-20T07:11:00.389" v="2543" actId="1076"/>
          <ac:spMkLst>
            <pc:docMk/>
            <pc:sldMk cId="0" sldId="260"/>
            <ac:spMk id="164" creationId="{E23DF55B-F96E-EB4B-7D50-149496D63A96}"/>
          </ac:spMkLst>
        </pc:spChg>
        <pc:spChg chg="add mod">
          <ac:chgData name="Dipu Bar" userId="e98bad2d791fe302" providerId="LiveId" clId="{A9572563-8D51-424F-9368-B40779EE485C}" dt="2026-09-20T07:11:09.109" v="2545" actId="1076"/>
          <ac:spMkLst>
            <pc:docMk/>
            <pc:sldMk cId="0" sldId="260"/>
            <ac:spMk id="166" creationId="{C2AC1CD4-5152-FDC1-B2B4-7CC3925D7AD8}"/>
          </ac:spMkLst>
        </pc:spChg>
        <pc:spChg chg="add mod">
          <ac:chgData name="Dipu Bar" userId="e98bad2d791fe302" providerId="LiveId" clId="{A9572563-8D51-424F-9368-B40779EE485C}" dt="2026-09-20T07:11:18.550" v="2547" actId="1076"/>
          <ac:spMkLst>
            <pc:docMk/>
            <pc:sldMk cId="0" sldId="260"/>
            <ac:spMk id="168" creationId="{5AEFF080-B6DE-2EDC-BABE-E049EE5B34D5}"/>
          </ac:spMkLst>
        </pc:spChg>
        <pc:spChg chg="add mod">
          <ac:chgData name="Dipu Bar" userId="e98bad2d791fe302" providerId="LiveId" clId="{A9572563-8D51-424F-9368-B40779EE485C}" dt="2026-09-20T07:11:26.062" v="2549" actId="1076"/>
          <ac:spMkLst>
            <pc:docMk/>
            <pc:sldMk cId="0" sldId="260"/>
            <ac:spMk id="170" creationId="{C1289CD2-4E65-8CE4-D1C4-DAB73D6B6721}"/>
          </ac:spMkLst>
        </pc:spChg>
        <pc:spChg chg="add mod">
          <ac:chgData name="Dipu Bar" userId="e98bad2d791fe302" providerId="LiveId" clId="{A9572563-8D51-424F-9368-B40779EE485C}" dt="2026-09-20T07:11:34.870" v="2551" actId="1076"/>
          <ac:spMkLst>
            <pc:docMk/>
            <pc:sldMk cId="0" sldId="260"/>
            <ac:spMk id="172" creationId="{704BB910-2531-CF22-2933-62DF0604F98A}"/>
          </ac:spMkLst>
        </pc:spChg>
        <pc:spChg chg="add mod">
          <ac:chgData name="Dipu Bar" userId="e98bad2d791fe302" providerId="LiveId" clId="{A9572563-8D51-424F-9368-B40779EE485C}" dt="2026-09-20T07:11:50.033" v="2553" actId="1076"/>
          <ac:spMkLst>
            <pc:docMk/>
            <pc:sldMk cId="0" sldId="260"/>
            <ac:spMk id="174" creationId="{DCD81B19-1ECE-AF0A-2437-4B234C2C77AD}"/>
          </ac:spMkLst>
        </pc:spChg>
        <pc:spChg chg="add mod">
          <ac:chgData name="Dipu Bar" userId="e98bad2d791fe302" providerId="LiveId" clId="{A9572563-8D51-424F-9368-B40779EE485C}" dt="2026-09-20T07:13:22.417" v="2578" actId="1076"/>
          <ac:spMkLst>
            <pc:docMk/>
            <pc:sldMk cId="0" sldId="260"/>
            <ac:spMk id="176" creationId="{FB9CBE92-E1F7-C7BB-1B71-4EC0185FCF38}"/>
          </ac:spMkLst>
        </pc:spChg>
        <pc:spChg chg="add mod">
          <ac:chgData name="Dipu Bar" userId="e98bad2d791fe302" providerId="LiveId" clId="{A9572563-8D51-424F-9368-B40779EE485C}" dt="2026-09-20T07:13:32.442" v="2580" actId="1076"/>
          <ac:spMkLst>
            <pc:docMk/>
            <pc:sldMk cId="0" sldId="260"/>
            <ac:spMk id="178" creationId="{799F9AA3-34F8-710D-04DC-59ABB4316164}"/>
          </ac:spMkLst>
        </pc:spChg>
        <pc:spChg chg="add mod">
          <ac:chgData name="Dipu Bar" userId="e98bad2d791fe302" providerId="LiveId" clId="{A9572563-8D51-424F-9368-B40779EE485C}" dt="2026-09-20T07:13:39.079" v="2582" actId="1076"/>
          <ac:spMkLst>
            <pc:docMk/>
            <pc:sldMk cId="0" sldId="260"/>
            <ac:spMk id="180" creationId="{E0293925-8529-2654-9DA4-E30034FF5F28}"/>
          </ac:spMkLst>
        </pc:spChg>
        <pc:spChg chg="add mod">
          <ac:chgData name="Dipu Bar" userId="e98bad2d791fe302" providerId="LiveId" clId="{A9572563-8D51-424F-9368-B40779EE485C}" dt="2026-09-20T07:13:46.750" v="2584" actId="1076"/>
          <ac:spMkLst>
            <pc:docMk/>
            <pc:sldMk cId="0" sldId="260"/>
            <ac:spMk id="182" creationId="{3CF8FFDA-A546-68D2-25D9-D1BAC3A8F1B3}"/>
          </ac:spMkLst>
        </pc:spChg>
        <pc:picChg chg="mod">
          <ac:chgData name="Dipu Bar" userId="e98bad2d791fe302" providerId="LiveId" clId="{A9572563-8D51-424F-9368-B40779EE485C}" dt="2026-09-20T05:20:07.198" v="1218" actId="1076"/>
          <ac:picMkLst>
            <pc:docMk/>
            <pc:sldMk cId="0" sldId="260"/>
            <ac:picMk id="7" creationId="{00000000-0000-0000-0000-000000000000}"/>
          </ac:picMkLst>
        </pc:picChg>
        <pc:picChg chg="del mod">
          <ac:chgData name="Dipu Bar" userId="e98bad2d791fe302" providerId="LiveId" clId="{A9572563-8D51-424F-9368-B40779EE485C}" dt="2026-09-20T05:30:38.905" v="1307" actId="478"/>
          <ac:picMkLst>
            <pc:docMk/>
            <pc:sldMk cId="0" sldId="260"/>
            <ac:picMk id="22" creationId="{00000000-0000-0000-0000-000000000000}"/>
          </ac:picMkLst>
        </pc:picChg>
        <pc:picChg chg="del">
          <ac:chgData name="Dipu Bar" userId="e98bad2d791fe302" providerId="LiveId" clId="{A9572563-8D51-424F-9368-B40779EE485C}" dt="2026-09-20T05:30:38.905" v="1307" actId="478"/>
          <ac:picMkLst>
            <pc:docMk/>
            <pc:sldMk cId="0" sldId="260"/>
            <ac:picMk id="24" creationId="{00000000-0000-0000-0000-000000000000}"/>
          </ac:picMkLst>
        </pc:picChg>
        <pc:picChg chg="del mod">
          <ac:chgData name="Dipu Bar" userId="e98bad2d791fe302" providerId="LiveId" clId="{A9572563-8D51-424F-9368-B40779EE485C}" dt="2026-09-20T05:30:38.905" v="1307" actId="478"/>
          <ac:picMkLst>
            <pc:docMk/>
            <pc:sldMk cId="0" sldId="260"/>
            <ac:picMk id="26" creationId="{00000000-0000-0000-0000-000000000000}"/>
          </ac:picMkLst>
        </pc:picChg>
        <pc:picChg chg="del mod">
          <ac:chgData name="Dipu Bar" userId="e98bad2d791fe302" providerId="LiveId" clId="{A9572563-8D51-424F-9368-B40779EE485C}" dt="2026-09-20T05:30:38.905" v="1307" actId="478"/>
          <ac:picMkLst>
            <pc:docMk/>
            <pc:sldMk cId="0" sldId="260"/>
            <ac:picMk id="28" creationId="{00000000-0000-0000-0000-000000000000}"/>
          </ac:picMkLst>
        </pc:picChg>
        <pc:picChg chg="del">
          <ac:chgData name="Dipu Bar" userId="e98bad2d791fe302" providerId="LiveId" clId="{A9572563-8D51-424F-9368-B40779EE485C}" dt="2026-09-20T05:30:38.905" v="1307" actId="478"/>
          <ac:picMkLst>
            <pc:docMk/>
            <pc:sldMk cId="0" sldId="260"/>
            <ac:picMk id="30" creationId="{00000000-0000-0000-0000-000000000000}"/>
          </ac:picMkLst>
        </pc:picChg>
      </pc:sldChg>
      <pc:sldChg chg="addSp delSp modSp mod">
        <pc:chgData name="Dipu Bar" userId="e98bad2d791fe302" providerId="LiveId" clId="{A9572563-8D51-424F-9368-B40779EE485C}" dt="2026-09-20T06:18:13.340" v="1836" actId="1076"/>
        <pc:sldMkLst>
          <pc:docMk/>
          <pc:sldMk cId="0" sldId="261"/>
        </pc:sldMkLst>
        <pc:spChg chg="mod">
          <ac:chgData name="Dipu Bar" userId="e98bad2d791fe302" providerId="LiveId" clId="{A9572563-8D51-424F-9368-B40779EE485C}" dt="2026-09-20T05:40:45.554" v="1379" actId="1076"/>
          <ac:spMkLst>
            <pc:docMk/>
            <pc:sldMk cId="0" sldId="261"/>
            <ac:spMk id="4" creationId="{00000000-0000-0000-0000-000000000000}"/>
          </ac:spMkLst>
        </pc:spChg>
        <pc:spChg chg="mod ord">
          <ac:chgData name="Dipu Bar" userId="e98bad2d791fe302" providerId="LiveId" clId="{A9572563-8D51-424F-9368-B40779EE485C}" dt="2026-09-20T06:10:51.147" v="1573" actId="14100"/>
          <ac:spMkLst>
            <pc:docMk/>
            <pc:sldMk cId="0" sldId="261"/>
            <ac:spMk id="5" creationId="{00000000-0000-0000-0000-000000000000}"/>
          </ac:spMkLst>
        </pc:spChg>
        <pc:spChg chg="mod">
          <ac:chgData name="Dipu Bar" userId="e98bad2d791fe302" providerId="LiveId" clId="{A9572563-8D51-424F-9368-B40779EE485C}" dt="2026-09-20T05:51:34.921" v="1410" actId="1076"/>
          <ac:spMkLst>
            <pc:docMk/>
            <pc:sldMk cId="0" sldId="261"/>
            <ac:spMk id="6" creationId="{00000000-0000-0000-0000-000000000000}"/>
          </ac:spMkLst>
        </pc:spChg>
        <pc:spChg chg="mod">
          <ac:chgData name="Dipu Bar" userId="e98bad2d791fe302" providerId="LiveId" clId="{A9572563-8D51-424F-9368-B40779EE485C}" dt="2026-09-20T05:51:38.858" v="1411" actId="1076"/>
          <ac:spMkLst>
            <pc:docMk/>
            <pc:sldMk cId="0" sldId="261"/>
            <ac:spMk id="8" creationId="{00000000-0000-0000-0000-000000000000}"/>
          </ac:spMkLst>
        </pc:spChg>
        <pc:spChg chg="mod">
          <ac:chgData name="Dipu Bar" userId="e98bad2d791fe302" providerId="LiveId" clId="{A9572563-8D51-424F-9368-B40779EE485C}" dt="2026-09-20T05:51:49.398" v="1414" actId="1076"/>
          <ac:spMkLst>
            <pc:docMk/>
            <pc:sldMk cId="0" sldId="261"/>
            <ac:spMk id="9" creationId="{00000000-0000-0000-0000-000000000000}"/>
          </ac:spMkLst>
        </pc:spChg>
        <pc:spChg chg="del">
          <ac:chgData name="Dipu Bar" userId="e98bad2d791fe302" providerId="LiveId" clId="{A9572563-8D51-424F-9368-B40779EE485C}" dt="2026-09-20T05:55:45.675" v="1415" actId="478"/>
          <ac:spMkLst>
            <pc:docMk/>
            <pc:sldMk cId="0" sldId="261"/>
            <ac:spMk id="10" creationId="{00000000-0000-0000-0000-000000000000}"/>
          </ac:spMkLst>
        </pc:spChg>
        <pc:spChg chg="del">
          <ac:chgData name="Dipu Bar" userId="e98bad2d791fe302" providerId="LiveId" clId="{A9572563-8D51-424F-9368-B40779EE485C}" dt="2026-09-20T05:55:45.675" v="1415" actId="478"/>
          <ac:spMkLst>
            <pc:docMk/>
            <pc:sldMk cId="0" sldId="261"/>
            <ac:spMk id="11" creationId="{00000000-0000-0000-0000-000000000000}"/>
          </ac:spMkLst>
        </pc:spChg>
        <pc:spChg chg="del">
          <ac:chgData name="Dipu Bar" userId="e98bad2d791fe302" providerId="LiveId" clId="{A9572563-8D51-424F-9368-B40779EE485C}" dt="2026-09-20T05:55:45.675" v="1415" actId="478"/>
          <ac:spMkLst>
            <pc:docMk/>
            <pc:sldMk cId="0" sldId="261"/>
            <ac:spMk id="12" creationId="{00000000-0000-0000-0000-000000000000}"/>
          </ac:spMkLst>
        </pc:spChg>
        <pc:spChg chg="mod">
          <ac:chgData name="Dipu Bar" userId="e98bad2d791fe302" providerId="LiveId" clId="{A9572563-8D51-424F-9368-B40779EE485C}" dt="2026-09-20T06:03:38.158" v="1489" actId="1076"/>
          <ac:spMkLst>
            <pc:docMk/>
            <pc:sldMk cId="0" sldId="261"/>
            <ac:spMk id="13" creationId="{00000000-0000-0000-0000-000000000000}"/>
          </ac:spMkLst>
        </pc:spChg>
        <pc:spChg chg="mod">
          <ac:chgData name="Dipu Bar" userId="e98bad2d791fe302" providerId="LiveId" clId="{A9572563-8D51-424F-9368-B40779EE485C}" dt="2026-09-20T06:03:34.449" v="1488" actId="1076"/>
          <ac:spMkLst>
            <pc:docMk/>
            <pc:sldMk cId="0" sldId="261"/>
            <ac:spMk id="14" creationId="{00000000-0000-0000-0000-000000000000}"/>
          </ac:spMkLst>
        </pc:spChg>
        <pc:spChg chg="del mod">
          <ac:chgData name="Dipu Bar" userId="e98bad2d791fe302" providerId="LiveId" clId="{A9572563-8D51-424F-9368-B40779EE485C}" dt="2026-09-20T05:56:37.237" v="1426" actId="478"/>
          <ac:spMkLst>
            <pc:docMk/>
            <pc:sldMk cId="0" sldId="261"/>
            <ac:spMk id="15" creationId="{00000000-0000-0000-0000-000000000000}"/>
          </ac:spMkLst>
        </pc:spChg>
        <pc:spChg chg="del mod">
          <ac:chgData name="Dipu Bar" userId="e98bad2d791fe302" providerId="LiveId" clId="{A9572563-8D51-424F-9368-B40779EE485C}" dt="2026-09-20T05:56:39.925" v="1427" actId="478"/>
          <ac:spMkLst>
            <pc:docMk/>
            <pc:sldMk cId="0" sldId="261"/>
            <ac:spMk id="16" creationId="{00000000-0000-0000-0000-000000000000}"/>
          </ac:spMkLst>
        </pc:spChg>
        <pc:spChg chg="del mod">
          <ac:chgData name="Dipu Bar" userId="e98bad2d791fe302" providerId="LiveId" clId="{A9572563-8D51-424F-9368-B40779EE485C}" dt="2026-09-20T05:56:42.452" v="1428" actId="478"/>
          <ac:spMkLst>
            <pc:docMk/>
            <pc:sldMk cId="0" sldId="261"/>
            <ac:spMk id="17" creationId="{00000000-0000-0000-0000-000000000000}"/>
          </ac:spMkLst>
        </pc:spChg>
        <pc:spChg chg="del mod">
          <ac:chgData name="Dipu Bar" userId="e98bad2d791fe302" providerId="LiveId" clId="{A9572563-8D51-424F-9368-B40779EE485C}" dt="2026-09-20T05:56:17.428" v="1423" actId="478"/>
          <ac:spMkLst>
            <pc:docMk/>
            <pc:sldMk cId="0" sldId="261"/>
            <ac:spMk id="18" creationId="{00000000-0000-0000-0000-000000000000}"/>
          </ac:spMkLst>
        </pc:spChg>
        <pc:spChg chg="mod">
          <ac:chgData name="Dipu Bar" userId="e98bad2d791fe302" providerId="LiveId" clId="{A9572563-8D51-424F-9368-B40779EE485C}" dt="2026-09-20T06:03:41.722" v="1490" actId="14100"/>
          <ac:spMkLst>
            <pc:docMk/>
            <pc:sldMk cId="0" sldId="261"/>
            <ac:spMk id="19" creationId="{00000000-0000-0000-0000-000000000000}"/>
          </ac:spMkLst>
        </pc:spChg>
        <pc:spChg chg="mod">
          <ac:chgData name="Dipu Bar" userId="e98bad2d791fe302" providerId="LiveId" clId="{A9572563-8D51-424F-9368-B40779EE485C}" dt="2026-09-20T06:03:45.979" v="1491" actId="1076"/>
          <ac:spMkLst>
            <pc:docMk/>
            <pc:sldMk cId="0" sldId="261"/>
            <ac:spMk id="20" creationId="{00000000-0000-0000-0000-000000000000}"/>
          </ac:spMkLst>
        </pc:spChg>
        <pc:spChg chg="mod">
          <ac:chgData name="Dipu Bar" userId="e98bad2d791fe302" providerId="LiveId" clId="{A9572563-8D51-424F-9368-B40779EE485C}" dt="2026-09-20T06:03:52.243" v="1492" actId="1076"/>
          <ac:spMkLst>
            <pc:docMk/>
            <pc:sldMk cId="0" sldId="261"/>
            <ac:spMk id="21" creationId="{00000000-0000-0000-0000-000000000000}"/>
          </ac:spMkLst>
        </pc:spChg>
        <pc:spChg chg="del mod">
          <ac:chgData name="Dipu Bar" userId="e98bad2d791fe302" providerId="LiveId" clId="{A9572563-8D51-424F-9368-B40779EE485C}" dt="2026-09-20T05:58:00.258" v="1433" actId="478"/>
          <ac:spMkLst>
            <pc:docMk/>
            <pc:sldMk cId="0" sldId="261"/>
            <ac:spMk id="23" creationId="{00000000-0000-0000-0000-000000000000}"/>
          </ac:spMkLst>
        </pc:spChg>
        <pc:spChg chg="del mod">
          <ac:chgData name="Dipu Bar" userId="e98bad2d791fe302" providerId="LiveId" clId="{A9572563-8D51-424F-9368-B40779EE485C}" dt="2026-09-20T05:58:13.060" v="1439" actId="478"/>
          <ac:spMkLst>
            <pc:docMk/>
            <pc:sldMk cId="0" sldId="261"/>
            <ac:spMk id="25" creationId="{00000000-0000-0000-0000-000000000000}"/>
          </ac:spMkLst>
        </pc:spChg>
        <pc:spChg chg="del mod">
          <ac:chgData name="Dipu Bar" userId="e98bad2d791fe302" providerId="LiveId" clId="{A9572563-8D51-424F-9368-B40779EE485C}" dt="2026-09-20T05:58:15.732" v="1440" actId="478"/>
          <ac:spMkLst>
            <pc:docMk/>
            <pc:sldMk cId="0" sldId="261"/>
            <ac:spMk id="27" creationId="{00000000-0000-0000-0000-000000000000}"/>
          </ac:spMkLst>
        </pc:spChg>
        <pc:spChg chg="del mod">
          <ac:chgData name="Dipu Bar" userId="e98bad2d791fe302" providerId="LiveId" clId="{A9572563-8D51-424F-9368-B40779EE485C}" dt="2026-09-20T05:58:18.400" v="1441" actId="478"/>
          <ac:spMkLst>
            <pc:docMk/>
            <pc:sldMk cId="0" sldId="261"/>
            <ac:spMk id="29" creationId="{00000000-0000-0000-0000-000000000000}"/>
          </ac:spMkLst>
        </pc:spChg>
        <pc:spChg chg="del mod">
          <ac:chgData name="Dipu Bar" userId="e98bad2d791fe302" providerId="LiveId" clId="{A9572563-8D51-424F-9368-B40779EE485C}" dt="2026-09-20T05:58:22.060" v="1442" actId="478"/>
          <ac:spMkLst>
            <pc:docMk/>
            <pc:sldMk cId="0" sldId="261"/>
            <ac:spMk id="31" creationId="{00000000-0000-0000-0000-000000000000}"/>
          </ac:spMkLst>
        </pc:spChg>
        <pc:spChg chg="del">
          <ac:chgData name="Dipu Bar" userId="e98bad2d791fe302" providerId="LiveId" clId="{A9572563-8D51-424F-9368-B40779EE485C}" dt="2026-09-20T06:09:53.028" v="1536" actId="478"/>
          <ac:spMkLst>
            <pc:docMk/>
            <pc:sldMk cId="0" sldId="261"/>
            <ac:spMk id="32" creationId="{00000000-0000-0000-0000-000000000000}"/>
          </ac:spMkLst>
        </pc:spChg>
        <pc:spChg chg="mod">
          <ac:chgData name="Dipu Bar" userId="e98bad2d791fe302" providerId="LiveId" clId="{A9572563-8D51-424F-9368-B40779EE485C}" dt="2026-09-20T05:56:31.132" v="1425" actId="1076"/>
          <ac:spMkLst>
            <pc:docMk/>
            <pc:sldMk cId="0" sldId="261"/>
            <ac:spMk id="33" creationId="{00000000-0000-0000-0000-000000000000}"/>
          </ac:spMkLst>
        </pc:spChg>
        <pc:spChg chg="add mod">
          <ac:chgData name="Dipu Bar" userId="e98bad2d791fe302" providerId="LiveId" clId="{A9572563-8D51-424F-9368-B40779EE485C}" dt="2026-09-20T06:09:09.816" v="1523" actId="14100"/>
          <ac:spMkLst>
            <pc:docMk/>
            <pc:sldMk cId="0" sldId="261"/>
            <ac:spMk id="34" creationId="{E66ECBA1-06ED-7899-59FF-006665B1F615}"/>
          </ac:spMkLst>
        </pc:spChg>
        <pc:spChg chg="add mod">
          <ac:chgData name="Dipu Bar" userId="e98bad2d791fe302" providerId="LiveId" clId="{A9572563-8D51-424F-9368-B40779EE485C}" dt="2026-09-20T06:09:16.502" v="1524" actId="1076"/>
          <ac:spMkLst>
            <pc:docMk/>
            <pc:sldMk cId="0" sldId="261"/>
            <ac:spMk id="36" creationId="{E2BE99DF-DC17-6334-3966-54637F9E8193}"/>
          </ac:spMkLst>
        </pc:spChg>
        <pc:spChg chg="add mod">
          <ac:chgData name="Dipu Bar" userId="e98bad2d791fe302" providerId="LiveId" clId="{A9572563-8D51-424F-9368-B40779EE485C}" dt="2026-09-20T06:09:21.206" v="1525" actId="1076"/>
          <ac:spMkLst>
            <pc:docMk/>
            <pc:sldMk cId="0" sldId="261"/>
            <ac:spMk id="38" creationId="{7B24C7E6-55B0-6122-08E7-45E1C74704C5}"/>
          </ac:spMkLst>
        </pc:spChg>
        <pc:spChg chg="add del mod">
          <ac:chgData name="Dipu Bar" userId="e98bad2d791fe302" providerId="LiveId" clId="{A9572563-8D51-424F-9368-B40779EE485C}" dt="2026-09-20T06:09:36.486" v="1531" actId="478"/>
          <ac:spMkLst>
            <pc:docMk/>
            <pc:sldMk cId="0" sldId="261"/>
            <ac:spMk id="42" creationId="{696F123D-EB66-5105-6537-572350DCC66F}"/>
          </ac:spMkLst>
        </pc:spChg>
        <pc:spChg chg="add del mod">
          <ac:chgData name="Dipu Bar" userId="e98bad2d791fe302" providerId="LiveId" clId="{A9572563-8D51-424F-9368-B40779EE485C}" dt="2026-09-20T06:09:38.737" v="1532" actId="478"/>
          <ac:spMkLst>
            <pc:docMk/>
            <pc:sldMk cId="0" sldId="261"/>
            <ac:spMk id="46" creationId="{B79B46F0-9E21-1681-7248-2563D9762DBE}"/>
          </ac:spMkLst>
        </pc:spChg>
        <pc:spChg chg="add del mod">
          <ac:chgData name="Dipu Bar" userId="e98bad2d791fe302" providerId="LiveId" clId="{A9572563-8D51-424F-9368-B40779EE485C}" dt="2026-09-20T06:09:42.058" v="1533" actId="478"/>
          <ac:spMkLst>
            <pc:docMk/>
            <pc:sldMk cId="0" sldId="261"/>
            <ac:spMk id="50" creationId="{1BEFA9B1-32E3-E551-4FAA-9260F8F867F8}"/>
          </ac:spMkLst>
        </pc:spChg>
        <pc:spChg chg="add del mod">
          <ac:chgData name="Dipu Bar" userId="e98bad2d791fe302" providerId="LiveId" clId="{A9572563-8D51-424F-9368-B40779EE485C}" dt="2026-09-20T06:09:44.413" v="1534" actId="478"/>
          <ac:spMkLst>
            <pc:docMk/>
            <pc:sldMk cId="0" sldId="261"/>
            <ac:spMk id="54" creationId="{E84B1227-3C6B-0D8A-D57D-A2CA39DFF70D}"/>
          </ac:spMkLst>
        </pc:spChg>
        <pc:spChg chg="add del mod">
          <ac:chgData name="Dipu Bar" userId="e98bad2d791fe302" providerId="LiveId" clId="{A9572563-8D51-424F-9368-B40779EE485C}" dt="2026-09-20T06:09:46.814" v="1535" actId="478"/>
          <ac:spMkLst>
            <pc:docMk/>
            <pc:sldMk cId="0" sldId="261"/>
            <ac:spMk id="58" creationId="{7AD998BA-DE1F-0FB0-28CE-6753A25BD9B6}"/>
          </ac:spMkLst>
        </pc:spChg>
        <pc:spChg chg="add mod">
          <ac:chgData name="Dipu Bar" userId="e98bad2d791fe302" providerId="LiveId" clId="{A9572563-8D51-424F-9368-B40779EE485C}" dt="2026-09-20T06:11:19.129" v="1606" actId="14100"/>
          <ac:spMkLst>
            <pc:docMk/>
            <pc:sldMk cId="0" sldId="261"/>
            <ac:spMk id="60" creationId="{70CB0E21-8727-508B-058D-5B5E6E2B473F}"/>
          </ac:spMkLst>
        </pc:spChg>
        <pc:spChg chg="add mod">
          <ac:chgData name="Dipu Bar" userId="e98bad2d791fe302" providerId="LiveId" clId="{A9572563-8D51-424F-9368-B40779EE485C}" dt="2026-09-20T06:12:32.225" v="1651" actId="14100"/>
          <ac:spMkLst>
            <pc:docMk/>
            <pc:sldMk cId="0" sldId="261"/>
            <ac:spMk id="62" creationId="{94E3B130-A150-DEAE-0552-C453DCF2694B}"/>
          </ac:spMkLst>
        </pc:spChg>
        <pc:spChg chg="add mod">
          <ac:chgData name="Dipu Bar" userId="e98bad2d791fe302" providerId="LiveId" clId="{A9572563-8D51-424F-9368-B40779EE485C}" dt="2026-09-20T06:14:03.119" v="1681" actId="14100"/>
          <ac:spMkLst>
            <pc:docMk/>
            <pc:sldMk cId="0" sldId="261"/>
            <ac:spMk id="64" creationId="{67DBBFDB-CD70-D421-7F2E-4AFF852E095C}"/>
          </ac:spMkLst>
        </pc:spChg>
        <pc:spChg chg="add mod">
          <ac:chgData name="Dipu Bar" userId="e98bad2d791fe302" providerId="LiveId" clId="{A9572563-8D51-424F-9368-B40779EE485C}" dt="2026-09-20T06:14:43.373" v="1721" actId="14100"/>
          <ac:spMkLst>
            <pc:docMk/>
            <pc:sldMk cId="0" sldId="261"/>
            <ac:spMk id="66" creationId="{0DD36209-909C-E41A-F0DE-0370C0733BD9}"/>
          </ac:spMkLst>
        </pc:spChg>
        <pc:spChg chg="add mod">
          <ac:chgData name="Dipu Bar" userId="e98bad2d791fe302" providerId="LiveId" clId="{A9572563-8D51-424F-9368-B40779EE485C}" dt="2026-09-20T06:04:01.962" v="1494" actId="1076"/>
          <ac:spMkLst>
            <pc:docMk/>
            <pc:sldMk cId="0" sldId="261"/>
            <ac:spMk id="67" creationId="{E975CD89-C2CB-CBA5-DA9E-BF2F340B3DB5}"/>
          </ac:spMkLst>
        </pc:spChg>
        <pc:spChg chg="add mod">
          <ac:chgData name="Dipu Bar" userId="e98bad2d791fe302" providerId="LiveId" clId="{A9572563-8D51-424F-9368-B40779EE485C}" dt="2026-09-20T06:04:10.700" v="1496" actId="1076"/>
          <ac:spMkLst>
            <pc:docMk/>
            <pc:sldMk cId="0" sldId="261"/>
            <ac:spMk id="69" creationId="{8C7D63F0-23FC-0C7A-E327-48D81B27A395}"/>
          </ac:spMkLst>
        </pc:spChg>
        <pc:spChg chg="add del">
          <ac:chgData name="Dipu Bar" userId="e98bad2d791fe302" providerId="LiveId" clId="{A9572563-8D51-424F-9368-B40779EE485C}" dt="2026-09-20T06:00:50.997" v="1472" actId="22"/>
          <ac:spMkLst>
            <pc:docMk/>
            <pc:sldMk cId="0" sldId="261"/>
            <ac:spMk id="71" creationId="{5AA14AC4-E729-9E09-3582-824A067F499D}"/>
          </ac:spMkLst>
        </pc:spChg>
        <pc:spChg chg="add mod">
          <ac:chgData name="Dipu Bar" userId="e98bad2d791fe302" providerId="LiveId" clId="{A9572563-8D51-424F-9368-B40779EE485C}" dt="2026-09-20T06:04:23.938" v="1499" actId="1076"/>
          <ac:spMkLst>
            <pc:docMk/>
            <pc:sldMk cId="0" sldId="261"/>
            <ac:spMk id="73" creationId="{15C12911-F477-29F5-7838-AFD07649D6C8}"/>
          </ac:spMkLst>
        </pc:spChg>
        <pc:spChg chg="add del mod">
          <ac:chgData name="Dipu Bar" userId="e98bad2d791fe302" providerId="LiveId" clId="{A9572563-8D51-424F-9368-B40779EE485C}" dt="2026-09-20T06:02:28.123" v="1479" actId="478"/>
          <ac:spMkLst>
            <pc:docMk/>
            <pc:sldMk cId="0" sldId="261"/>
            <ac:spMk id="74" creationId="{2C48ADD4-860A-31B2-B8A8-CF21B744E998}"/>
          </ac:spMkLst>
        </pc:spChg>
        <pc:spChg chg="add mod">
          <ac:chgData name="Dipu Bar" userId="e98bad2d791fe302" providerId="LiveId" clId="{A9572563-8D51-424F-9368-B40779EE485C}" dt="2026-09-20T06:04:35.483" v="1501" actId="1076"/>
          <ac:spMkLst>
            <pc:docMk/>
            <pc:sldMk cId="0" sldId="261"/>
            <ac:spMk id="76" creationId="{EBF0A3A5-0DF6-F0CE-B68E-0687CE699DD9}"/>
          </ac:spMkLst>
        </pc:spChg>
        <pc:spChg chg="add mod">
          <ac:chgData name="Dipu Bar" userId="e98bad2d791fe302" providerId="LiveId" clId="{A9572563-8D51-424F-9368-B40779EE485C}" dt="2026-09-20T06:07:29.828" v="1521" actId="1076"/>
          <ac:spMkLst>
            <pc:docMk/>
            <pc:sldMk cId="0" sldId="261"/>
            <ac:spMk id="77" creationId="{41C40530-1AA7-549C-66BC-6E08270137CB}"/>
          </ac:spMkLst>
        </pc:spChg>
        <pc:spChg chg="add mod">
          <ac:chgData name="Dipu Bar" userId="e98bad2d791fe302" providerId="LiveId" clId="{A9572563-8D51-424F-9368-B40779EE485C}" dt="2026-09-20T06:07:36.195" v="1522" actId="255"/>
          <ac:spMkLst>
            <pc:docMk/>
            <pc:sldMk cId="0" sldId="261"/>
            <ac:spMk id="78" creationId="{A81EB881-FC03-044F-FC21-EEF767B46EDC}"/>
          </ac:spMkLst>
        </pc:spChg>
        <pc:spChg chg="add mod">
          <ac:chgData name="Dipu Bar" userId="e98bad2d791fe302" providerId="LiveId" clId="{A9572563-8D51-424F-9368-B40779EE485C}" dt="2026-09-20T06:15:32.966" v="1784" actId="14100"/>
          <ac:spMkLst>
            <pc:docMk/>
            <pc:sldMk cId="0" sldId="261"/>
            <ac:spMk id="80" creationId="{DF09C0F8-E569-B266-5A77-4D57940F861E}"/>
          </ac:spMkLst>
        </pc:spChg>
        <pc:spChg chg="add del mod">
          <ac:chgData name="Dipu Bar" userId="e98bad2d791fe302" providerId="LiveId" clId="{A9572563-8D51-424F-9368-B40779EE485C}" dt="2026-09-20T06:16:24.319" v="1787" actId="478"/>
          <ac:spMkLst>
            <pc:docMk/>
            <pc:sldMk cId="0" sldId="261"/>
            <ac:spMk id="82" creationId="{9178DC4B-9D8D-02A2-657B-3ECB5FA6E29F}"/>
          </ac:spMkLst>
        </pc:spChg>
        <pc:spChg chg="add mod">
          <ac:chgData name="Dipu Bar" userId="e98bad2d791fe302" providerId="LiveId" clId="{A9572563-8D51-424F-9368-B40779EE485C}" dt="2026-09-20T06:17:16.348" v="1828" actId="20577"/>
          <ac:spMkLst>
            <pc:docMk/>
            <pc:sldMk cId="0" sldId="261"/>
            <ac:spMk id="84" creationId="{06A8400F-B406-751C-36CA-D82DFF7A60FE}"/>
          </ac:spMkLst>
        </pc:spChg>
        <pc:spChg chg="add mod">
          <ac:chgData name="Dipu Bar" userId="e98bad2d791fe302" providerId="LiveId" clId="{A9572563-8D51-424F-9368-B40779EE485C}" dt="2026-09-20T06:18:13.340" v="1836" actId="1076"/>
          <ac:spMkLst>
            <pc:docMk/>
            <pc:sldMk cId="0" sldId="261"/>
            <ac:spMk id="86" creationId="{F65805C8-B2B8-0185-74CF-CF93EC89B97C}"/>
          </ac:spMkLst>
        </pc:spChg>
        <pc:spChg chg="add mod">
          <ac:chgData name="Dipu Bar" userId="e98bad2d791fe302" providerId="LiveId" clId="{A9572563-8D51-424F-9368-B40779EE485C}" dt="2026-09-20T06:17:57.382" v="1834" actId="1076"/>
          <ac:spMkLst>
            <pc:docMk/>
            <pc:sldMk cId="0" sldId="261"/>
            <ac:spMk id="88" creationId="{3F895BFD-E55B-3BC6-AE88-9E04DC328AB1}"/>
          </ac:spMkLst>
        </pc:spChg>
        <pc:spChg chg="add mod">
          <ac:chgData name="Dipu Bar" userId="e98bad2d791fe302" providerId="LiveId" clId="{A9572563-8D51-424F-9368-B40779EE485C}" dt="2026-09-20T06:17:50.222" v="1832" actId="1076"/>
          <ac:spMkLst>
            <pc:docMk/>
            <pc:sldMk cId="0" sldId="261"/>
            <ac:spMk id="90" creationId="{2475B358-2BF6-BAEF-8315-1E3219099587}"/>
          </ac:spMkLst>
        </pc:spChg>
        <pc:spChg chg="add del mod">
          <ac:chgData name="Dipu Bar" userId="e98bad2d791fe302" providerId="LiveId" clId="{A9572563-8D51-424F-9368-B40779EE485C}" dt="2026-09-20T06:17:42.439" v="1830" actId="478"/>
          <ac:spMkLst>
            <pc:docMk/>
            <pc:sldMk cId="0" sldId="261"/>
            <ac:spMk id="92" creationId="{B887A184-4757-10D6-C81A-2BEE1080DDB4}"/>
          </ac:spMkLst>
        </pc:spChg>
        <pc:spChg chg="add mod">
          <ac:chgData name="Dipu Bar" userId="e98bad2d791fe302" providerId="LiveId" clId="{A9572563-8D51-424F-9368-B40779EE485C}" dt="2026-09-20T06:17:37.791" v="1829"/>
          <ac:spMkLst>
            <pc:docMk/>
            <pc:sldMk cId="0" sldId="261"/>
            <ac:spMk id="94" creationId="{0025F91F-A6BC-B6F8-BDEB-C17757F14C2C}"/>
          </ac:spMkLst>
        </pc:spChg>
        <pc:spChg chg="add mod">
          <ac:chgData name="Dipu Bar" userId="e98bad2d791fe302" providerId="LiveId" clId="{A9572563-8D51-424F-9368-B40779EE485C}" dt="2026-09-20T06:18:00.689" v="1835" actId="1076"/>
          <ac:spMkLst>
            <pc:docMk/>
            <pc:sldMk cId="0" sldId="261"/>
            <ac:spMk id="96" creationId="{093A2424-F314-B41D-777C-D8777385E626}"/>
          </ac:spMkLst>
        </pc:spChg>
        <pc:spChg chg="add mod">
          <ac:chgData name="Dipu Bar" userId="e98bad2d791fe302" providerId="LiveId" clId="{A9572563-8D51-424F-9368-B40779EE485C}" dt="2026-09-20T06:17:53.611" v="1833" actId="1076"/>
          <ac:spMkLst>
            <pc:docMk/>
            <pc:sldMk cId="0" sldId="261"/>
            <ac:spMk id="98" creationId="{14211A68-8A4E-2BE4-4DFE-819CCD2C1424}"/>
          </ac:spMkLst>
        </pc:spChg>
        <pc:spChg chg="add mod">
          <ac:chgData name="Dipu Bar" userId="e98bad2d791fe302" providerId="LiveId" clId="{A9572563-8D51-424F-9368-B40779EE485C}" dt="2026-09-20T06:17:47.079" v="1831" actId="1076"/>
          <ac:spMkLst>
            <pc:docMk/>
            <pc:sldMk cId="0" sldId="261"/>
            <ac:spMk id="100" creationId="{8262EE22-0795-8C95-1261-2E14E3970850}"/>
          </ac:spMkLst>
        </pc:spChg>
        <pc:picChg chg="mod">
          <ac:chgData name="Dipu Bar" userId="e98bad2d791fe302" providerId="LiveId" clId="{A9572563-8D51-424F-9368-B40779EE485C}" dt="2026-09-20T05:55:48.451" v="1416" actId="1076"/>
          <ac:picMkLst>
            <pc:docMk/>
            <pc:sldMk cId="0" sldId="261"/>
            <ac:picMk id="3" creationId="{00000000-0000-0000-0000-000000000000}"/>
          </ac:picMkLst>
        </pc:picChg>
        <pc:picChg chg="mod">
          <ac:chgData name="Dipu Bar" userId="e98bad2d791fe302" providerId="LiveId" clId="{A9572563-8D51-424F-9368-B40779EE485C}" dt="2026-09-20T05:51:42.455" v="1412" actId="1076"/>
          <ac:picMkLst>
            <pc:docMk/>
            <pc:sldMk cId="0" sldId="261"/>
            <ac:picMk id="7" creationId="{00000000-0000-0000-0000-000000000000}"/>
          </ac:picMkLst>
        </pc:picChg>
        <pc:picChg chg="del">
          <ac:chgData name="Dipu Bar" userId="e98bad2d791fe302" providerId="LiveId" clId="{A9572563-8D51-424F-9368-B40779EE485C}" dt="2026-09-20T05:58:02.386" v="1434" actId="478"/>
          <ac:picMkLst>
            <pc:docMk/>
            <pc:sldMk cId="0" sldId="261"/>
            <ac:picMk id="22" creationId="{00000000-0000-0000-0000-000000000000}"/>
          </ac:picMkLst>
        </pc:picChg>
        <pc:picChg chg="del">
          <ac:chgData name="Dipu Bar" userId="e98bad2d791fe302" providerId="LiveId" clId="{A9572563-8D51-424F-9368-B40779EE485C}" dt="2026-09-20T05:58:04.653" v="1435" actId="478"/>
          <ac:picMkLst>
            <pc:docMk/>
            <pc:sldMk cId="0" sldId="261"/>
            <ac:picMk id="24" creationId="{00000000-0000-0000-0000-000000000000}"/>
          </ac:picMkLst>
        </pc:picChg>
        <pc:picChg chg="del mod">
          <ac:chgData name="Dipu Bar" userId="e98bad2d791fe302" providerId="LiveId" clId="{A9572563-8D51-424F-9368-B40779EE485C}" dt="2026-09-20T05:58:05.942" v="1436" actId="478"/>
          <ac:picMkLst>
            <pc:docMk/>
            <pc:sldMk cId="0" sldId="261"/>
            <ac:picMk id="26" creationId="{00000000-0000-0000-0000-000000000000}"/>
          </ac:picMkLst>
        </pc:picChg>
        <pc:picChg chg="del">
          <ac:chgData name="Dipu Bar" userId="e98bad2d791fe302" providerId="LiveId" clId="{A9572563-8D51-424F-9368-B40779EE485C}" dt="2026-09-20T05:58:07.779" v="1437" actId="478"/>
          <ac:picMkLst>
            <pc:docMk/>
            <pc:sldMk cId="0" sldId="261"/>
            <ac:picMk id="28" creationId="{00000000-0000-0000-0000-000000000000}"/>
          </ac:picMkLst>
        </pc:picChg>
        <pc:picChg chg="del mod">
          <ac:chgData name="Dipu Bar" userId="e98bad2d791fe302" providerId="LiveId" clId="{A9572563-8D51-424F-9368-B40779EE485C}" dt="2026-09-20T05:58:09.773" v="1438" actId="478"/>
          <ac:picMkLst>
            <pc:docMk/>
            <pc:sldMk cId="0" sldId="261"/>
            <ac:picMk id="30" creationId="{00000000-0000-0000-0000-000000000000}"/>
          </ac:picMkLst>
        </pc:picChg>
        <pc:picChg chg="add del mod">
          <ac:chgData name="Dipu Bar" userId="e98bad2d791fe302" providerId="LiveId" clId="{A9572563-8D51-424F-9368-B40779EE485C}" dt="2026-09-20T06:09:23.399" v="1526" actId="478"/>
          <ac:picMkLst>
            <pc:docMk/>
            <pc:sldMk cId="0" sldId="261"/>
            <ac:picMk id="40" creationId="{B55FCC53-AC4B-1335-4F2A-CB336C3D17F9}"/>
          </ac:picMkLst>
        </pc:picChg>
        <pc:picChg chg="del">
          <ac:chgData name="Dipu Bar" userId="e98bad2d791fe302" providerId="LiveId" clId="{A9572563-8D51-424F-9368-B40779EE485C}" dt="2026-09-20T06:09:24.898" v="1527" actId="478"/>
          <ac:picMkLst>
            <pc:docMk/>
            <pc:sldMk cId="0" sldId="261"/>
            <ac:picMk id="44" creationId="{9A497B57-C53B-4EA5-069C-8D74E6265302}"/>
          </ac:picMkLst>
        </pc:picChg>
        <pc:picChg chg="del">
          <ac:chgData name="Dipu Bar" userId="e98bad2d791fe302" providerId="LiveId" clId="{A9572563-8D51-424F-9368-B40779EE485C}" dt="2026-09-20T06:09:26.539" v="1528" actId="478"/>
          <ac:picMkLst>
            <pc:docMk/>
            <pc:sldMk cId="0" sldId="261"/>
            <ac:picMk id="48" creationId="{9C9A184D-D257-FE86-EDDF-F43EF64652B3}"/>
          </ac:picMkLst>
        </pc:picChg>
        <pc:picChg chg="del">
          <ac:chgData name="Dipu Bar" userId="e98bad2d791fe302" providerId="LiveId" clId="{A9572563-8D51-424F-9368-B40779EE485C}" dt="2026-09-20T06:09:28.261" v="1529" actId="478"/>
          <ac:picMkLst>
            <pc:docMk/>
            <pc:sldMk cId="0" sldId="261"/>
            <ac:picMk id="52" creationId="{38DE27CF-2111-CDD9-3373-54FCEA974093}"/>
          </ac:picMkLst>
        </pc:picChg>
        <pc:picChg chg="add del mod">
          <ac:chgData name="Dipu Bar" userId="e98bad2d791fe302" providerId="LiveId" clId="{A9572563-8D51-424F-9368-B40779EE485C}" dt="2026-09-20T06:09:29.377" v="1530" actId="478"/>
          <ac:picMkLst>
            <pc:docMk/>
            <pc:sldMk cId="0" sldId="261"/>
            <ac:picMk id="56" creationId="{7404C689-7183-05B0-8EF5-52558B311EE2}"/>
          </ac:picMkLst>
        </pc:picChg>
      </pc:sldChg>
      <pc:sldChg chg="add del">
        <pc:chgData name="Dipu Bar" userId="e98bad2d791fe302" providerId="LiveId" clId="{A9572563-8D51-424F-9368-B40779EE485C}" dt="2026-09-20T05:20:25.351" v="1221" actId="2696"/>
        <pc:sldMkLst>
          <pc:docMk/>
          <pc:sldMk cId="3925684475"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1CB"/>
        </a:solidFill>
        <a:effectLst/>
      </p:bgPr>
    </p:bg>
    <p:spTree>
      <p:nvGrpSpPr>
        <p:cNvPr id="1" name=""/>
        <p:cNvGrpSpPr/>
        <p:nvPr/>
      </p:nvGrpSpPr>
      <p:grpSpPr>
        <a:xfrm>
          <a:off x="0" y="0"/>
          <a:ext cx="0" cy="0"/>
          <a:chOff x="0" y="0"/>
          <a:chExt cx="0" cy="0"/>
        </a:xfrm>
      </p:grpSpPr>
      <p:pic>
        <p:nvPicPr>
          <p:cNvPr id="2" name="Image 0" descr="slide1_art.jpg"/>
          <p:cNvPicPr>
            <a:picLocks noChangeAspect="1"/>
          </p:cNvPicPr>
          <p:nvPr/>
        </p:nvPicPr>
        <p:blipFill>
          <a:blip r:embed="rId3"/>
          <a:srcRect/>
          <a:stretch/>
        </p:blipFill>
        <p:spPr>
          <a:xfrm>
            <a:off x="7571232" y="0"/>
            <a:ext cx="4617720" cy="6858000"/>
          </a:xfrm>
          <a:prstGeom prst="rect">
            <a:avLst/>
          </a:prstGeom>
        </p:spPr>
      </p:pic>
      <p:sp>
        <p:nvSpPr>
          <p:cNvPr id="3" name="Shape 0"/>
          <p:cNvSpPr/>
          <p:nvPr/>
        </p:nvSpPr>
        <p:spPr>
          <a:xfrm>
            <a:off x="7571232" y="0"/>
            <a:ext cx="320040" cy="6858000"/>
          </a:xfrm>
          <a:prstGeom prst="rect">
            <a:avLst/>
          </a:prstGeom>
          <a:solidFill>
            <a:srgbClr val="EDE1CB">
              <a:alpha val="45000"/>
            </a:srgbClr>
          </a:solidFill>
          <a:ln/>
        </p:spPr>
      </p:sp>
      <p:sp>
        <p:nvSpPr>
          <p:cNvPr id="6" name="Text 1"/>
          <p:cNvSpPr txBox="1"/>
          <p:nvPr/>
        </p:nvSpPr>
        <p:spPr>
          <a:xfrm>
            <a:off x="502920" y="1143000"/>
            <a:ext cx="6675120" cy="365760"/>
          </a:xfrm>
          <a:prstGeom prst="rect">
            <a:avLst/>
          </a:prstGeom>
          <a:noFill/>
          <a:ln/>
        </p:spPr>
        <p:txBody>
          <a:bodyPr wrap="square" lIns="0" tIns="0" rIns="0" bIns="0" rtlCol="0" anchor="ctr"/>
          <a:lstStyle/>
          <a:p>
            <a:r>
              <a:rPr lang="en-US" sz="2000" b="1" kern="0" spc="200" dirty="0">
                <a:solidFill>
                  <a:srgbClr val="7A1E1E"/>
                </a:solidFill>
                <a:latin typeface="Algerian" pitchFamily="82" charset="0"/>
                <a:ea typeface="Calibri" pitchFamily="34" charset="-122"/>
                <a:cs typeface="Calibri" pitchFamily="34" charset="-120"/>
              </a:rPr>
              <a:t>Bar-7150</a:t>
            </a:r>
            <a:endParaRPr lang="en-US" sz="1500" dirty="0"/>
          </a:p>
        </p:txBody>
      </p:sp>
      <p:sp>
        <p:nvSpPr>
          <p:cNvPr id="7" name="Text 2"/>
          <p:cNvSpPr txBox="1"/>
          <p:nvPr/>
        </p:nvSpPr>
        <p:spPr>
          <a:xfrm>
            <a:off x="457200" y="1554480"/>
            <a:ext cx="7132320" cy="1005840"/>
          </a:xfrm>
          <a:prstGeom prst="rect">
            <a:avLst/>
          </a:prstGeom>
          <a:noFill/>
          <a:ln/>
        </p:spPr>
        <p:txBody>
          <a:bodyPr wrap="square" lIns="0" tIns="0" rIns="0" bIns="0" rtlCol="0" anchor="ctr"/>
          <a:lstStyle/>
          <a:p>
            <a:pPr marL="0" indent="0">
              <a:buNone/>
            </a:pPr>
            <a:r>
              <a:rPr lang="en-US" sz="5400" b="1" kern="0" spc="100" dirty="0">
                <a:solidFill>
                  <a:srgbClr val="1C1712"/>
                </a:solidFill>
                <a:latin typeface="Bookman Old Style" pitchFamily="34" charset="0"/>
              </a:rPr>
              <a:t>COLLEGE</a:t>
            </a:r>
            <a:endParaRPr lang="en-US" sz="5400" dirty="0"/>
          </a:p>
        </p:txBody>
      </p:sp>
      <p:sp>
        <p:nvSpPr>
          <p:cNvPr id="8" name="Text 3"/>
          <p:cNvSpPr txBox="1"/>
          <p:nvPr/>
        </p:nvSpPr>
        <p:spPr>
          <a:xfrm>
            <a:off x="457200" y="2331720"/>
            <a:ext cx="7132320" cy="1188720"/>
          </a:xfrm>
          <a:prstGeom prst="rect">
            <a:avLst/>
          </a:prstGeom>
          <a:noFill/>
          <a:ln/>
        </p:spPr>
        <p:txBody>
          <a:bodyPr wrap="square" lIns="0" tIns="0" rIns="0" bIns="0" rtlCol="0" anchor="ctr"/>
          <a:lstStyle/>
          <a:p>
            <a:pPr marL="0" indent="0">
              <a:buNone/>
            </a:pPr>
            <a:r>
              <a:rPr lang="en-US" sz="7200" b="1" i="1" kern="0" spc="100" dirty="0">
                <a:solidFill>
                  <a:srgbClr val="7A1E1E"/>
                </a:solidFill>
                <a:latin typeface="Bookman Old Style" pitchFamily="34" charset="0"/>
              </a:rPr>
              <a:t>NEXUS</a:t>
            </a:r>
            <a:endParaRPr lang="en-US" sz="7200" dirty="0"/>
          </a:p>
        </p:txBody>
      </p:sp>
      <p:sp>
        <p:nvSpPr>
          <p:cNvPr id="9" name="Shape 4"/>
          <p:cNvSpPr/>
          <p:nvPr/>
        </p:nvSpPr>
        <p:spPr>
          <a:xfrm>
            <a:off x="502920" y="3611880"/>
            <a:ext cx="100584" cy="100584"/>
          </a:xfrm>
          <a:prstGeom prst="diamond">
            <a:avLst/>
          </a:prstGeom>
          <a:solidFill>
            <a:srgbClr val="7A1E1E"/>
          </a:solidFill>
          <a:ln/>
        </p:spPr>
      </p:sp>
      <p:sp>
        <p:nvSpPr>
          <p:cNvPr id="10" name="Shape 5"/>
          <p:cNvSpPr/>
          <p:nvPr/>
        </p:nvSpPr>
        <p:spPr>
          <a:xfrm>
            <a:off x="713232" y="3662172"/>
            <a:ext cx="1828800" cy="0"/>
          </a:xfrm>
          <a:prstGeom prst="line">
            <a:avLst/>
          </a:prstGeom>
          <a:noFill/>
          <a:ln w="15875">
            <a:solidFill>
              <a:srgbClr val="7A1E1E"/>
            </a:solidFill>
            <a:prstDash val="solid"/>
          </a:ln>
        </p:spPr>
      </p:sp>
      <p:sp>
        <p:nvSpPr>
          <p:cNvPr id="11" name="Shape 6"/>
          <p:cNvSpPr/>
          <p:nvPr/>
        </p:nvSpPr>
        <p:spPr>
          <a:xfrm>
            <a:off x="2651760" y="3611880"/>
            <a:ext cx="100584" cy="100584"/>
          </a:xfrm>
          <a:prstGeom prst="diamond">
            <a:avLst/>
          </a:prstGeom>
          <a:solidFill>
            <a:srgbClr val="7A1E1E"/>
          </a:solidFill>
          <a:ln/>
        </p:spPr>
      </p:sp>
      <p:sp>
        <p:nvSpPr>
          <p:cNvPr id="12" name="Text 7"/>
          <p:cNvSpPr txBox="1"/>
          <p:nvPr/>
        </p:nvSpPr>
        <p:spPr>
          <a:xfrm>
            <a:off x="411480" y="3735791"/>
            <a:ext cx="6949440" cy="457200"/>
          </a:xfrm>
          <a:prstGeom prst="rect">
            <a:avLst/>
          </a:prstGeom>
          <a:noFill/>
          <a:ln/>
        </p:spPr>
        <p:txBody>
          <a:bodyPr wrap="square" lIns="0" tIns="0" rIns="0" bIns="0" rtlCol="0" anchor="ctr"/>
          <a:lstStyle/>
          <a:p>
            <a:pPr marL="0" indent="0">
              <a:buNone/>
            </a:pPr>
            <a:r>
              <a:rPr lang="en-US" sz="2000" b="1" kern="0" spc="100" dirty="0">
                <a:solidFill>
                  <a:srgbClr val="7A1E1E"/>
                </a:solidFill>
                <a:latin typeface="Calibri" pitchFamily="34" charset="0"/>
                <a:ea typeface="Calibri" pitchFamily="34" charset="-122"/>
                <a:cs typeface="Calibri" pitchFamily="34" charset="-120"/>
              </a:rPr>
              <a:t> One Campus. </a:t>
            </a:r>
            <a:r>
              <a:rPr lang="en-US" sz="2000" b="1" kern="0" spc="100" dirty="0">
                <a:solidFill>
                  <a:srgbClr val="1C1712"/>
                </a:solidFill>
                <a:latin typeface="Calibri" pitchFamily="34" charset="0"/>
                <a:ea typeface="Calibri" pitchFamily="34" charset="-122"/>
                <a:cs typeface="Calibri" pitchFamily="34" charset="-120"/>
              </a:rPr>
              <a:t>One Network . Zero Fragmentation</a:t>
            </a:r>
            <a:endParaRPr lang="en-US" sz="2000" dirty="0"/>
          </a:p>
        </p:txBody>
      </p:sp>
      <p:sp>
        <p:nvSpPr>
          <p:cNvPr id="13" name="Text 8"/>
          <p:cNvSpPr txBox="1"/>
          <p:nvPr/>
        </p:nvSpPr>
        <p:spPr>
          <a:xfrm>
            <a:off x="475488" y="4434840"/>
            <a:ext cx="6583680" cy="640080"/>
          </a:xfrm>
          <a:prstGeom prst="rect">
            <a:avLst/>
          </a:prstGeom>
          <a:noFill/>
          <a:ln/>
        </p:spPr>
        <p:txBody>
          <a:bodyPr wrap="square" lIns="0" tIns="0" rIns="0" bIns="0" rtlCol="0" anchor="ctr"/>
          <a:lstStyle/>
          <a:p>
            <a:pPr>
              <a:lnSpc>
                <a:spcPct val="120000"/>
              </a:lnSpc>
            </a:pPr>
            <a:r>
              <a:rPr lang="en-US" sz="1200" i="1" dirty="0">
                <a:latin typeface="Calibri" pitchFamily="34" charset="0"/>
                <a:ea typeface="Calibri" pitchFamily="34" charset="-122"/>
                <a:cs typeface="Calibri" pitchFamily="34" charset="-120"/>
              </a:rPr>
              <a:t>A unified digital platform for academics, equipment recovery, community life,</a:t>
            </a:r>
            <a:endParaRPr lang="en-US" sz="1200" i="1" dirty="0"/>
          </a:p>
          <a:p>
            <a:pPr>
              <a:lnSpc>
                <a:spcPct val="120000"/>
              </a:lnSpc>
            </a:pPr>
            <a:r>
              <a:rPr lang="en-US" sz="1200" i="1" dirty="0">
                <a:latin typeface="Calibri" pitchFamily="34" charset="0"/>
                <a:ea typeface="Calibri" pitchFamily="34" charset="-122"/>
                <a:cs typeface="Calibri" pitchFamily="34" charset="-120"/>
              </a:rPr>
              <a:t>placements, and campus commerce — built for College Students</a:t>
            </a:r>
            <a:endParaRPr lang="en-US" sz="1350" i="1" dirty="0"/>
          </a:p>
        </p:txBody>
      </p:sp>
      <p:sp>
        <p:nvSpPr>
          <p:cNvPr id="14" name="Shape 9"/>
          <p:cNvSpPr/>
          <p:nvPr/>
        </p:nvSpPr>
        <p:spPr>
          <a:xfrm>
            <a:off x="1920240" y="5303520"/>
            <a:ext cx="1417320" cy="457200"/>
          </a:xfrm>
          <a:prstGeom prst="rect">
            <a:avLst/>
          </a:prstGeom>
          <a:ln w="12700">
            <a:solidFill>
              <a:srgbClr val="7A1E1E"/>
            </a:solidFill>
            <a:prstDash val="solid"/>
          </a:ln>
        </p:spPr>
      </p:sp>
      <p:sp>
        <p:nvSpPr>
          <p:cNvPr id="15" name="Text 10"/>
          <p:cNvSpPr txBox="1"/>
          <p:nvPr/>
        </p:nvSpPr>
        <p:spPr>
          <a:xfrm>
            <a:off x="1920240" y="5303520"/>
            <a:ext cx="1417320" cy="457200"/>
          </a:xfrm>
          <a:prstGeom prst="rect">
            <a:avLst/>
          </a:prstGeom>
          <a:noFill/>
          <a:ln/>
        </p:spPr>
        <p:txBody>
          <a:bodyPr wrap="square" lIns="0" tIns="0" rIns="0" bIns="0" rtlCol="0" anchor="ctr"/>
          <a:lstStyle/>
          <a:p>
            <a:pPr marL="0" indent="0" algn="ctr">
              <a:buNone/>
            </a:pPr>
            <a:r>
              <a:rPr lang="en-US" sz="1150" b="1" kern="0" spc="100" dirty="0">
                <a:solidFill>
                  <a:srgbClr val="7A1E1E"/>
                </a:solidFill>
                <a:latin typeface="Calibri" pitchFamily="34" charset="0"/>
                <a:ea typeface="Calibri" pitchFamily="34" charset="-122"/>
                <a:cs typeface="Calibri" pitchFamily="34" charset="-120"/>
              </a:rPr>
              <a:t>RONIN</a:t>
            </a:r>
            <a:endParaRPr lang="en-US" sz="1150" dirty="0"/>
          </a:p>
        </p:txBody>
      </p:sp>
      <p:sp>
        <p:nvSpPr>
          <p:cNvPr id="25" name="Text 20"/>
          <p:cNvSpPr txBox="1"/>
          <p:nvPr/>
        </p:nvSpPr>
        <p:spPr>
          <a:xfrm>
            <a:off x="502920" y="6263640"/>
            <a:ext cx="5486400" cy="320040"/>
          </a:xfrm>
          <a:prstGeom prst="rect">
            <a:avLst/>
          </a:prstGeom>
          <a:noFill/>
          <a:ln/>
        </p:spPr>
        <p:txBody>
          <a:bodyPr wrap="square" lIns="0" tIns="0" rIns="0" bIns="0" rtlCol="0" anchor="ctr"/>
          <a:lstStyle/>
          <a:p>
            <a:pPr marL="0" indent="0">
              <a:buNone/>
            </a:pPr>
            <a:r>
              <a:rPr lang="en-US" sz="1050" dirty="0">
                <a:solidFill>
                  <a:srgbClr val="3A2E22"/>
                </a:solidFill>
                <a:latin typeface="Calibri" pitchFamily="34" charset="0"/>
                <a:ea typeface="Calibri" pitchFamily="34" charset="-122"/>
                <a:cs typeface="Calibri" pitchFamily="34" charset="-120"/>
              </a:rPr>
              <a:t>linkedin.com/dev-community-kgec   •   instagram.com/dev-community-kgec</a:t>
            </a:r>
            <a:endParaRPr lang="en-US" sz="1050" dirty="0"/>
          </a:p>
        </p:txBody>
      </p:sp>
      <p:pic>
        <p:nvPicPr>
          <p:cNvPr id="26" name="Picture 25" descr="JOURNEY TO MYSTERY LOGO.jpeg"/>
          <p:cNvPicPr>
            <a:picLocks noChangeAspect="1"/>
          </p:cNvPicPr>
          <p:nvPr/>
        </p:nvPicPr>
        <p:blipFill>
          <a:blip r:embed="rId4"/>
          <a:stretch>
            <a:fillRect/>
          </a:stretch>
        </p:blipFill>
        <p:spPr>
          <a:xfrm>
            <a:off x="2930811" y="252249"/>
            <a:ext cx="780392" cy="733097"/>
          </a:xfrm>
          <a:prstGeom prst="rect">
            <a:avLst/>
          </a:prstGeom>
        </p:spPr>
      </p:pic>
      <p:pic>
        <p:nvPicPr>
          <p:cNvPr id="28" name="Picture 27" descr="DC LOGO.jpeg"/>
          <p:cNvPicPr>
            <a:picLocks noChangeAspect="1"/>
          </p:cNvPicPr>
          <p:nvPr/>
        </p:nvPicPr>
        <p:blipFill>
          <a:blip r:embed="rId5"/>
          <a:stretch>
            <a:fillRect/>
          </a:stretch>
        </p:blipFill>
        <p:spPr>
          <a:xfrm>
            <a:off x="1088451" y="252249"/>
            <a:ext cx="831789" cy="740979"/>
          </a:xfrm>
          <a:prstGeom prst="rect">
            <a:avLst/>
          </a:prstGeom>
        </p:spPr>
      </p:pic>
      <p:sp>
        <p:nvSpPr>
          <p:cNvPr id="4" name="TextBox 3">
            <a:extLst>
              <a:ext uri="{FF2B5EF4-FFF2-40B4-BE49-F238E27FC236}">
                <a16:creationId xmlns:a16="http://schemas.microsoft.com/office/drawing/2014/main" id="{5E6E219F-F0CF-0F18-534B-A052A1A30CBE}"/>
              </a:ext>
            </a:extLst>
          </p:cNvPr>
          <p:cNvSpPr txBox="1"/>
          <p:nvPr/>
        </p:nvSpPr>
        <p:spPr>
          <a:xfrm>
            <a:off x="713232" y="5381711"/>
            <a:ext cx="1417320" cy="369332"/>
          </a:xfrm>
          <a:prstGeom prst="rect">
            <a:avLst/>
          </a:prstGeom>
          <a:noFill/>
        </p:spPr>
        <p:txBody>
          <a:bodyPr wrap="square" rtlCol="0">
            <a:spAutoFit/>
          </a:bodyPr>
          <a:lstStyle/>
          <a:p>
            <a:r>
              <a:rPr lang="en-IN" dirty="0">
                <a:latin typeface="Copperplate Gothic Bold" panose="020E0705020206020404" pitchFamily="34" charset="0"/>
              </a:rPr>
              <a:t>Level</a:t>
            </a:r>
            <a:r>
              <a:rPr lang="en-IN" dirty="0">
                <a:sym typeface="Wingdings" panose="05000000000000000000" pitchFamily="2" charset="2"/>
              </a:rPr>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1CB"/>
        </a:solidFill>
        <a:effectLst/>
      </p:bgPr>
    </p:bg>
    <p:spTree>
      <p:nvGrpSpPr>
        <p:cNvPr id="1" name=""/>
        <p:cNvGrpSpPr/>
        <p:nvPr/>
      </p:nvGrpSpPr>
      <p:grpSpPr>
        <a:xfrm>
          <a:off x="0" y="0"/>
          <a:ext cx="0" cy="0"/>
          <a:chOff x="0" y="0"/>
          <a:chExt cx="0" cy="0"/>
        </a:xfrm>
      </p:grpSpPr>
      <p:pic>
        <p:nvPicPr>
          <p:cNvPr id="3" name="Image 1" descr="j2m_logo.png"/>
          <p:cNvPicPr>
            <a:picLocks noChangeAspect="1"/>
          </p:cNvPicPr>
          <p:nvPr/>
        </p:nvPicPr>
        <p:blipFill>
          <a:blip r:embed="rId3"/>
          <a:stretch>
            <a:fillRect/>
          </a:stretch>
        </p:blipFill>
        <p:spPr>
          <a:xfrm>
            <a:off x="11155680" y="292608"/>
            <a:ext cx="621792" cy="627278"/>
          </a:xfrm>
          <a:prstGeom prst="rect">
            <a:avLst/>
          </a:prstGeom>
        </p:spPr>
      </p:pic>
      <p:sp>
        <p:nvSpPr>
          <p:cNvPr id="4" name="Text 0"/>
          <p:cNvSpPr txBox="1"/>
          <p:nvPr/>
        </p:nvSpPr>
        <p:spPr>
          <a:xfrm>
            <a:off x="123148" y="18288"/>
            <a:ext cx="8229600" cy="548640"/>
          </a:xfrm>
          <a:prstGeom prst="rect">
            <a:avLst/>
          </a:prstGeom>
          <a:noFill/>
          <a:ln/>
        </p:spPr>
        <p:txBody>
          <a:bodyPr wrap="square" lIns="0" tIns="0" rIns="0" bIns="0" rtlCol="0" anchor="ctr"/>
          <a:lstStyle/>
          <a:p>
            <a:pPr marL="0" indent="0">
              <a:buNone/>
            </a:pPr>
            <a:r>
              <a:rPr lang="en-US" sz="3400" b="1" i="1" kern="0" spc="100" dirty="0">
                <a:latin typeface="Bookman Old Style" pitchFamily="34" charset="0"/>
                <a:ea typeface="Bookman Old Style" pitchFamily="34" charset="-122"/>
                <a:cs typeface="Bookman Old Style" pitchFamily="34" charset="-120"/>
              </a:rPr>
              <a:t>ABOUT THE JOURNEY</a:t>
            </a:r>
            <a:endParaRPr lang="en-US" sz="3400" i="1" dirty="0"/>
          </a:p>
        </p:txBody>
      </p:sp>
      <p:sp>
        <p:nvSpPr>
          <p:cNvPr id="5" name="Text 1"/>
          <p:cNvSpPr txBox="1"/>
          <p:nvPr/>
        </p:nvSpPr>
        <p:spPr>
          <a:xfrm>
            <a:off x="380932" y="420139"/>
            <a:ext cx="7315200" cy="365760"/>
          </a:xfrm>
          <a:prstGeom prst="rect">
            <a:avLst/>
          </a:prstGeom>
          <a:noFill/>
          <a:ln/>
        </p:spPr>
        <p:txBody>
          <a:bodyPr wrap="square" lIns="0" tIns="0" rIns="0" bIns="0" rtlCol="0" anchor="ctr"/>
          <a:lstStyle/>
          <a:p>
            <a:pPr marL="0" indent="0">
              <a:buNone/>
            </a:pPr>
            <a:r>
              <a:rPr lang="en-US" sz="1450" i="1" dirty="0">
                <a:solidFill>
                  <a:schemeClr val="accent2">
                    <a:lumMod val="75000"/>
                  </a:schemeClr>
                </a:solidFill>
                <a:latin typeface="Calibri" pitchFamily="34" charset="0"/>
                <a:ea typeface="Calibri" pitchFamily="34" charset="-122"/>
                <a:cs typeface="Calibri" pitchFamily="34" charset="-120"/>
              </a:rPr>
              <a:t>One idea. Four weeks. A real, live product</a:t>
            </a:r>
            <a:r>
              <a:rPr lang="en-US" sz="1450" i="1" dirty="0">
                <a:solidFill>
                  <a:srgbClr val="C79A6B"/>
                </a:solidFill>
                <a:latin typeface="Calibri" pitchFamily="34" charset="0"/>
                <a:ea typeface="Calibri" pitchFamily="34" charset="-122"/>
                <a:cs typeface="Calibri" pitchFamily="34" charset="-120"/>
              </a:rPr>
              <a:t>.</a:t>
            </a:r>
            <a:endParaRPr lang="en-US" sz="1450" dirty="0"/>
          </a:p>
        </p:txBody>
      </p:sp>
      <p:sp>
        <p:nvSpPr>
          <p:cNvPr id="6" name="Shape 2"/>
          <p:cNvSpPr/>
          <p:nvPr/>
        </p:nvSpPr>
        <p:spPr>
          <a:xfrm>
            <a:off x="206301" y="929737"/>
            <a:ext cx="2011680" cy="2148840"/>
          </a:xfrm>
          <a:prstGeom prst="roundRect">
            <a:avLst>
              <a:gd name="adj" fmla="val 3404"/>
            </a:avLst>
          </a:prstGeom>
          <a:solidFill>
            <a:schemeClr val="accent2">
              <a:lumMod val="50000"/>
            </a:schemeClr>
          </a:solidFill>
          <a:ln w="15875">
            <a:solidFill>
              <a:srgbClr val="7A1E1E"/>
            </a:solidFill>
            <a:prstDash val="solid"/>
          </a:ln>
        </p:spPr>
      </p:sp>
      <p:sp>
        <p:nvSpPr>
          <p:cNvPr id="7" name="Shape 3"/>
          <p:cNvSpPr/>
          <p:nvPr/>
        </p:nvSpPr>
        <p:spPr>
          <a:xfrm>
            <a:off x="951537" y="1011712"/>
            <a:ext cx="657759" cy="651090"/>
          </a:xfrm>
          <a:prstGeom prst="ellipse">
            <a:avLst/>
          </a:prstGeom>
          <a:solidFill>
            <a:srgbClr val="7A1E1E"/>
          </a:solidFill>
          <a:ln/>
        </p:spPr>
      </p:sp>
      <p:sp>
        <p:nvSpPr>
          <p:cNvPr id="9" name="Text 4"/>
          <p:cNvSpPr txBox="1"/>
          <p:nvPr/>
        </p:nvSpPr>
        <p:spPr>
          <a:xfrm>
            <a:off x="663959" y="1686076"/>
            <a:ext cx="1257300" cy="233172"/>
          </a:xfrm>
          <a:prstGeom prst="rect">
            <a:avLst/>
          </a:prstGeom>
          <a:noFill/>
          <a:ln/>
        </p:spPr>
        <p:txBody>
          <a:bodyPr wrap="square" lIns="0" tIns="0" rIns="0" bIns="0" rtlCol="0" anchor="ctr"/>
          <a:lstStyle/>
          <a:p>
            <a:pPr marL="0" indent="0" algn="ctr">
              <a:buNone/>
            </a:pPr>
            <a:r>
              <a:rPr lang="en-US" sz="1050" b="1" kern="0" spc="200" dirty="0">
                <a:solidFill>
                  <a:srgbClr val="C79A6B"/>
                </a:solidFill>
                <a:latin typeface="Calibri" pitchFamily="34" charset="0"/>
                <a:ea typeface="Calibri" pitchFamily="34" charset="-122"/>
                <a:cs typeface="Calibri" pitchFamily="34" charset="-120"/>
              </a:rPr>
              <a:t>WEEK 1</a:t>
            </a:r>
            <a:endParaRPr lang="en-US" sz="1050" dirty="0"/>
          </a:p>
        </p:txBody>
      </p:sp>
      <p:sp>
        <p:nvSpPr>
          <p:cNvPr id="10" name="Text 5"/>
          <p:cNvSpPr txBox="1"/>
          <p:nvPr/>
        </p:nvSpPr>
        <p:spPr>
          <a:xfrm>
            <a:off x="-25770" y="1927555"/>
            <a:ext cx="2514600" cy="384048"/>
          </a:xfrm>
          <a:prstGeom prst="rect">
            <a:avLst/>
          </a:prstGeom>
          <a:noFill/>
          <a:ln/>
        </p:spPr>
        <p:txBody>
          <a:bodyPr wrap="square" lIns="0" tIns="0" rIns="0" bIns="0" rtlCol="0" anchor="ctr"/>
          <a:lstStyle/>
          <a:p>
            <a:pPr marL="0" indent="0" algn="ctr">
              <a:buNone/>
            </a:pPr>
            <a:r>
              <a:rPr lang="en-US" sz="1400" b="1" dirty="0">
                <a:solidFill>
                  <a:srgbClr val="F5EEDF"/>
                </a:solidFill>
                <a:latin typeface="Bookman Old Style" pitchFamily="34" charset="0"/>
              </a:rPr>
              <a:t>NOTES AND PYQ</a:t>
            </a:r>
          </a:p>
          <a:p>
            <a:pPr marL="0" indent="0" algn="ctr">
              <a:buNone/>
            </a:pPr>
            <a:r>
              <a:rPr lang="en-US" sz="1400" b="1" dirty="0">
                <a:solidFill>
                  <a:srgbClr val="F5EEDF"/>
                </a:solidFill>
                <a:latin typeface="Bookman Old Style" pitchFamily="34" charset="0"/>
              </a:rPr>
              <a:t>LOCKED AWAY</a:t>
            </a:r>
            <a:endParaRPr lang="en-US" sz="1400" dirty="0"/>
          </a:p>
        </p:txBody>
      </p:sp>
      <p:sp>
        <p:nvSpPr>
          <p:cNvPr id="13" name="Shape 8"/>
          <p:cNvSpPr/>
          <p:nvPr/>
        </p:nvSpPr>
        <p:spPr>
          <a:xfrm>
            <a:off x="2689680" y="919886"/>
            <a:ext cx="1953158" cy="2148840"/>
          </a:xfrm>
          <a:prstGeom prst="roundRect">
            <a:avLst>
              <a:gd name="adj" fmla="val 3404"/>
            </a:avLst>
          </a:prstGeom>
          <a:solidFill>
            <a:schemeClr val="accent2">
              <a:lumMod val="50000"/>
            </a:schemeClr>
          </a:solidFill>
          <a:ln w="15875">
            <a:solidFill>
              <a:srgbClr val="7A1E1E"/>
            </a:solidFill>
            <a:prstDash val="solid"/>
          </a:ln>
        </p:spPr>
      </p:sp>
      <p:sp>
        <p:nvSpPr>
          <p:cNvPr id="14" name="Shape 9"/>
          <p:cNvSpPr/>
          <p:nvPr/>
        </p:nvSpPr>
        <p:spPr>
          <a:xfrm>
            <a:off x="3334410" y="981338"/>
            <a:ext cx="615240" cy="646668"/>
          </a:xfrm>
          <a:prstGeom prst="ellipse">
            <a:avLst/>
          </a:prstGeom>
          <a:solidFill>
            <a:srgbClr val="7A1E1E"/>
          </a:solidFill>
          <a:ln/>
        </p:spPr>
      </p:sp>
      <p:sp>
        <p:nvSpPr>
          <p:cNvPr id="16" name="Text 10"/>
          <p:cNvSpPr txBox="1"/>
          <p:nvPr/>
        </p:nvSpPr>
        <p:spPr>
          <a:xfrm>
            <a:off x="3029990" y="1652300"/>
            <a:ext cx="1217886" cy="203966"/>
          </a:xfrm>
          <a:prstGeom prst="rect">
            <a:avLst/>
          </a:prstGeom>
          <a:noFill/>
          <a:ln/>
        </p:spPr>
        <p:txBody>
          <a:bodyPr wrap="square" lIns="0" tIns="0" rIns="0" bIns="0" rtlCol="0" anchor="ctr"/>
          <a:lstStyle/>
          <a:p>
            <a:pPr marL="0" indent="0" algn="ctr">
              <a:buNone/>
            </a:pPr>
            <a:r>
              <a:rPr lang="en-US" sz="1050" b="1" kern="0" spc="200" dirty="0">
                <a:solidFill>
                  <a:srgbClr val="C79A6B"/>
                </a:solidFill>
                <a:latin typeface="Calibri" pitchFamily="34" charset="0"/>
                <a:ea typeface="Calibri" pitchFamily="34" charset="-122"/>
                <a:cs typeface="Calibri" pitchFamily="34" charset="-120"/>
              </a:rPr>
              <a:t>WEEK 2</a:t>
            </a:r>
            <a:endParaRPr lang="en-US" sz="1050" dirty="0"/>
          </a:p>
        </p:txBody>
      </p:sp>
      <p:sp>
        <p:nvSpPr>
          <p:cNvPr id="17" name="Text 11"/>
          <p:cNvSpPr txBox="1"/>
          <p:nvPr/>
        </p:nvSpPr>
        <p:spPr>
          <a:xfrm>
            <a:off x="2733863" y="1929418"/>
            <a:ext cx="1908975" cy="384048"/>
          </a:xfrm>
          <a:prstGeom prst="rect">
            <a:avLst/>
          </a:prstGeom>
          <a:noFill/>
          <a:ln/>
        </p:spPr>
        <p:txBody>
          <a:bodyPr wrap="square" lIns="0" tIns="0" rIns="0" bIns="0" rtlCol="0" anchor="ctr"/>
          <a:lstStyle/>
          <a:p>
            <a:pPr marL="0" indent="0" algn="ctr">
              <a:buNone/>
            </a:pPr>
            <a:r>
              <a:rPr lang="en-US" sz="1400" b="1" dirty="0">
                <a:solidFill>
                  <a:srgbClr val="F5EEDF"/>
                </a:solidFill>
                <a:latin typeface="Bookman Old Style" pitchFamily="34" charset="0"/>
                <a:ea typeface="Bookman Old Style" pitchFamily="34" charset="-122"/>
                <a:cs typeface="Bookman Old Style" pitchFamily="34" charset="-120"/>
              </a:rPr>
              <a:t>EQUIPMENTS </a:t>
            </a:r>
          </a:p>
          <a:p>
            <a:pPr marL="0" indent="0" algn="ctr">
              <a:buNone/>
            </a:pPr>
            <a:r>
              <a:rPr lang="en-US" sz="1400" b="1" dirty="0">
                <a:solidFill>
                  <a:srgbClr val="F5EEDF"/>
                </a:solidFill>
                <a:latin typeface="Bookman Old Style" pitchFamily="34" charset="0"/>
                <a:ea typeface="Bookman Old Style" pitchFamily="34" charset="-122"/>
                <a:cs typeface="Bookman Old Style" pitchFamily="34" charset="-120"/>
              </a:rPr>
              <a:t>GOES </a:t>
            </a:r>
            <a:r>
              <a:rPr lang="en-US" sz="1400" b="1" dirty="0">
                <a:solidFill>
                  <a:srgbClr val="F5EEDF"/>
                </a:solidFill>
                <a:latin typeface="Bookman Old Style" pitchFamily="34" charset="0"/>
              </a:rPr>
              <a:t>MISSING</a:t>
            </a:r>
            <a:endParaRPr lang="en-US" sz="1400" dirty="0"/>
          </a:p>
        </p:txBody>
      </p:sp>
      <p:sp>
        <p:nvSpPr>
          <p:cNvPr id="18" name="Text 12"/>
          <p:cNvSpPr txBox="1"/>
          <p:nvPr/>
        </p:nvSpPr>
        <p:spPr>
          <a:xfrm>
            <a:off x="335887" y="2268485"/>
            <a:ext cx="1791286" cy="730419"/>
          </a:xfrm>
          <a:prstGeom prst="rect">
            <a:avLst/>
          </a:prstGeom>
          <a:noFill/>
          <a:ln/>
        </p:spPr>
        <p:txBody>
          <a:bodyPr wrap="square" lIns="0" tIns="0" rIns="0" bIns="0" rtlCol="0" anchor="ctr"/>
          <a:lstStyle/>
          <a:p>
            <a:pPr marL="0" indent="0" algn="ctr">
              <a:buNone/>
            </a:pPr>
            <a:r>
              <a:rPr lang="en-US" sz="1100" i="1" dirty="0">
                <a:solidFill>
                  <a:srgbClr val="BFA27A"/>
                </a:solidFill>
                <a:latin typeface="Calibri" pitchFamily="34" charset="0"/>
                <a:ea typeface="Calibri" pitchFamily="34" charset="-122"/>
                <a:cs typeface="Calibri" pitchFamily="34" charset="-120"/>
              </a:rPr>
              <a:t>Vault uploads matching your semester and department</a:t>
            </a:r>
            <a:endParaRPr lang="en-US" sz="1100" dirty="0"/>
          </a:p>
        </p:txBody>
      </p:sp>
      <p:sp>
        <p:nvSpPr>
          <p:cNvPr id="20" name="Shape 14"/>
          <p:cNvSpPr/>
          <p:nvPr/>
        </p:nvSpPr>
        <p:spPr>
          <a:xfrm>
            <a:off x="4967485" y="920011"/>
            <a:ext cx="1911262" cy="2148840"/>
          </a:xfrm>
          <a:prstGeom prst="roundRect">
            <a:avLst>
              <a:gd name="adj" fmla="val 3404"/>
            </a:avLst>
          </a:prstGeom>
          <a:solidFill>
            <a:schemeClr val="accent2">
              <a:lumMod val="50000"/>
            </a:schemeClr>
          </a:solidFill>
          <a:ln w="15875">
            <a:solidFill>
              <a:srgbClr val="7A1E1E"/>
            </a:solidFill>
            <a:prstDash val="solid"/>
          </a:ln>
        </p:spPr>
      </p:sp>
      <p:sp>
        <p:nvSpPr>
          <p:cNvPr id="21" name="Shape 15"/>
          <p:cNvSpPr/>
          <p:nvPr/>
        </p:nvSpPr>
        <p:spPr>
          <a:xfrm>
            <a:off x="5605025" y="947702"/>
            <a:ext cx="642341" cy="626105"/>
          </a:xfrm>
          <a:prstGeom prst="ellipse">
            <a:avLst/>
          </a:prstGeom>
          <a:solidFill>
            <a:srgbClr val="7A1E1E"/>
          </a:solidFill>
          <a:ln/>
        </p:spPr>
      </p:sp>
      <p:sp>
        <p:nvSpPr>
          <p:cNvPr id="23" name="Text 16"/>
          <p:cNvSpPr txBox="1"/>
          <p:nvPr/>
        </p:nvSpPr>
        <p:spPr>
          <a:xfrm>
            <a:off x="5311701" y="1640397"/>
            <a:ext cx="1291464" cy="215869"/>
          </a:xfrm>
          <a:prstGeom prst="rect">
            <a:avLst/>
          </a:prstGeom>
          <a:noFill/>
          <a:ln/>
        </p:spPr>
        <p:txBody>
          <a:bodyPr wrap="square" lIns="0" tIns="0" rIns="0" bIns="0" rtlCol="0" anchor="ctr"/>
          <a:lstStyle/>
          <a:p>
            <a:pPr marL="0" indent="0" algn="ctr">
              <a:buNone/>
            </a:pPr>
            <a:r>
              <a:rPr lang="en-US" sz="1050" b="1" kern="0" spc="200" dirty="0">
                <a:solidFill>
                  <a:srgbClr val="C79A6B"/>
                </a:solidFill>
                <a:latin typeface="Calibri" pitchFamily="34" charset="0"/>
                <a:ea typeface="Calibri" pitchFamily="34" charset="-122"/>
                <a:cs typeface="Calibri" pitchFamily="34" charset="-120"/>
              </a:rPr>
              <a:t>WEEK 3</a:t>
            </a:r>
            <a:endParaRPr lang="en-US" sz="1050" dirty="0"/>
          </a:p>
        </p:txBody>
      </p:sp>
      <p:sp>
        <p:nvSpPr>
          <p:cNvPr id="24" name="Text 17"/>
          <p:cNvSpPr txBox="1"/>
          <p:nvPr/>
        </p:nvSpPr>
        <p:spPr>
          <a:xfrm>
            <a:off x="5047356" y="1634758"/>
            <a:ext cx="1751519" cy="920513"/>
          </a:xfrm>
          <a:prstGeom prst="rect">
            <a:avLst/>
          </a:prstGeom>
          <a:noFill/>
          <a:ln/>
        </p:spPr>
        <p:txBody>
          <a:bodyPr wrap="square" lIns="0" tIns="0" rIns="0" bIns="0" rtlCol="0" anchor="ctr"/>
          <a:lstStyle/>
          <a:p>
            <a:pPr marL="0" indent="0" algn="ctr">
              <a:buNone/>
            </a:pPr>
            <a:r>
              <a:rPr lang="en-US" sz="1400" b="1" dirty="0">
                <a:solidFill>
                  <a:srgbClr val="F5EEDF"/>
                </a:solidFill>
                <a:latin typeface="Bookman Old Style" pitchFamily="34" charset="0"/>
                <a:ea typeface="Bookman Old Style" pitchFamily="34" charset="-122"/>
                <a:cs typeface="Bookman Old Style" pitchFamily="34" charset="-120"/>
              </a:rPr>
              <a:t>NOTICE DROWN IN NOISE</a:t>
            </a:r>
            <a:endParaRPr lang="en-US" sz="1400" dirty="0"/>
          </a:p>
        </p:txBody>
      </p:sp>
      <p:sp>
        <p:nvSpPr>
          <p:cNvPr id="25" name="Text 18"/>
          <p:cNvSpPr txBox="1"/>
          <p:nvPr/>
        </p:nvSpPr>
        <p:spPr>
          <a:xfrm>
            <a:off x="5036421" y="2377142"/>
            <a:ext cx="1842326" cy="597315"/>
          </a:xfrm>
          <a:prstGeom prst="rect">
            <a:avLst/>
          </a:prstGeom>
          <a:noFill/>
          <a:ln/>
        </p:spPr>
        <p:txBody>
          <a:bodyPr wrap="square" lIns="0" tIns="0" rIns="0" bIns="0" rtlCol="0" anchor="ctr"/>
          <a:lstStyle/>
          <a:p>
            <a:pPr marL="0" indent="0" algn="ctr">
              <a:buNone/>
            </a:pPr>
            <a:r>
              <a:rPr lang="en-US" sz="1100" i="1" dirty="0">
                <a:solidFill>
                  <a:srgbClr val="BFA27A"/>
                </a:solidFill>
                <a:latin typeface="Calibri" pitchFamily="34" charset="0"/>
                <a:ea typeface="Calibri" pitchFamily="34" charset="-122"/>
                <a:cs typeface="Calibri" pitchFamily="34" charset="-120"/>
              </a:rPr>
              <a:t>Official update get buried under memes and forward in WhatsApp groups</a:t>
            </a:r>
            <a:endParaRPr lang="en-US" sz="1100" dirty="0"/>
          </a:p>
        </p:txBody>
      </p:sp>
      <p:sp>
        <p:nvSpPr>
          <p:cNvPr id="45" name="Text 33"/>
          <p:cNvSpPr txBox="1"/>
          <p:nvPr/>
        </p:nvSpPr>
        <p:spPr>
          <a:xfrm>
            <a:off x="521208" y="5989320"/>
            <a:ext cx="9601200" cy="365760"/>
          </a:xfrm>
          <a:prstGeom prst="rect">
            <a:avLst/>
          </a:prstGeom>
          <a:noFill/>
          <a:ln/>
        </p:spPr>
        <p:txBody>
          <a:bodyPr wrap="square" lIns="0" tIns="0" rIns="0" bIns="0" rtlCol="0" anchor="ctr"/>
          <a:lstStyle/>
          <a:p>
            <a:pPr marL="0" indent="0">
              <a:buNone/>
            </a:pPr>
            <a:endParaRPr lang="en-US" sz="1250" dirty="0"/>
          </a:p>
        </p:txBody>
      </p:sp>
      <p:sp>
        <p:nvSpPr>
          <p:cNvPr id="46" name="Text 34"/>
          <p:cNvSpPr txBox="1"/>
          <p:nvPr/>
        </p:nvSpPr>
        <p:spPr>
          <a:xfrm>
            <a:off x="457200" y="6528816"/>
            <a:ext cx="7315200" cy="274320"/>
          </a:xfrm>
          <a:prstGeom prst="rect">
            <a:avLst/>
          </a:prstGeom>
          <a:noFill/>
          <a:ln/>
        </p:spPr>
        <p:txBody>
          <a:bodyPr wrap="square" lIns="0" tIns="0" rIns="0" bIns="0" rtlCol="0" anchor="ctr"/>
          <a:lstStyle/>
          <a:p>
            <a:pPr marL="0" indent="0" algn="l">
              <a:buNone/>
            </a:pPr>
            <a:r>
              <a:rPr lang="en-US" sz="900" dirty="0">
                <a:solidFill>
                  <a:srgbClr val="3A2E22"/>
                </a:solidFill>
                <a:latin typeface="Calibri" pitchFamily="34" charset="0"/>
                <a:ea typeface="Calibri" pitchFamily="34" charset="-122"/>
                <a:cs typeface="Calibri" pitchFamily="34" charset="-120"/>
              </a:rPr>
              <a:t>DEV COMMUNITY KGEC   •   JOURNEY TO MASTERY</a:t>
            </a:r>
            <a:endParaRPr lang="en-US" sz="900" dirty="0"/>
          </a:p>
        </p:txBody>
      </p:sp>
      <p:sp>
        <p:nvSpPr>
          <p:cNvPr id="47" name="Text 35"/>
          <p:cNvSpPr txBox="1"/>
          <p:nvPr/>
        </p:nvSpPr>
        <p:spPr>
          <a:xfrm>
            <a:off x="10607040" y="6528816"/>
            <a:ext cx="1097280" cy="274320"/>
          </a:xfrm>
          <a:prstGeom prst="rect">
            <a:avLst/>
          </a:prstGeom>
          <a:noFill/>
          <a:ln/>
        </p:spPr>
        <p:txBody>
          <a:bodyPr wrap="square" lIns="0" tIns="0" rIns="0" bIns="0" rtlCol="0" anchor="ctr"/>
          <a:lstStyle/>
          <a:p>
            <a:pPr marL="0" indent="0" algn="r">
              <a:buNone/>
            </a:pPr>
            <a:r>
              <a:rPr lang="en-US" sz="900" dirty="0">
                <a:solidFill>
                  <a:srgbClr val="3A2E22"/>
                </a:solidFill>
                <a:latin typeface="Calibri" pitchFamily="34" charset="0"/>
                <a:ea typeface="Calibri" pitchFamily="34" charset="-122"/>
                <a:cs typeface="Calibri" pitchFamily="34" charset="-120"/>
              </a:rPr>
              <a:t>02</a:t>
            </a:r>
            <a:endParaRPr lang="en-US" sz="900" dirty="0"/>
          </a:p>
        </p:txBody>
      </p:sp>
      <p:pic>
        <p:nvPicPr>
          <p:cNvPr id="48" name="Image 0" descr="/home/claude/nexus_ppt/icons/unlink_FFFFFF.png">
            <a:extLst>
              <a:ext uri="{FF2B5EF4-FFF2-40B4-BE49-F238E27FC236}">
                <a16:creationId xmlns:a16="http://schemas.microsoft.com/office/drawing/2014/main" id="{E36C9AEB-920F-0AD4-F92B-587BECED4B38}"/>
              </a:ext>
            </a:extLst>
          </p:cNvPr>
          <p:cNvPicPr>
            <a:picLocks noChangeAspect="1"/>
          </p:cNvPicPr>
          <p:nvPr/>
        </p:nvPicPr>
        <p:blipFill>
          <a:blip r:embed="rId4"/>
          <a:stretch>
            <a:fillRect/>
          </a:stretch>
        </p:blipFill>
        <p:spPr>
          <a:xfrm>
            <a:off x="1121616" y="1174438"/>
            <a:ext cx="317601" cy="317601"/>
          </a:xfrm>
          <a:prstGeom prst="rect">
            <a:avLst/>
          </a:prstGeom>
        </p:spPr>
      </p:pic>
      <p:pic>
        <p:nvPicPr>
          <p:cNvPr id="50" name="Image 1" descr="/home/claude/nexus_ppt/icons/boxopen_FFFFFF.png">
            <a:extLst>
              <a:ext uri="{FF2B5EF4-FFF2-40B4-BE49-F238E27FC236}">
                <a16:creationId xmlns:a16="http://schemas.microsoft.com/office/drawing/2014/main" id="{AEF2D418-C10F-EF10-67F5-453B3A01E88E}"/>
              </a:ext>
            </a:extLst>
          </p:cNvPr>
          <p:cNvPicPr>
            <a:picLocks noChangeAspect="1"/>
          </p:cNvPicPr>
          <p:nvPr/>
        </p:nvPicPr>
        <p:blipFill>
          <a:blip r:embed="rId5"/>
          <a:stretch>
            <a:fillRect/>
          </a:stretch>
        </p:blipFill>
        <p:spPr>
          <a:xfrm>
            <a:off x="3442311" y="1099108"/>
            <a:ext cx="427939" cy="427939"/>
          </a:xfrm>
          <a:prstGeom prst="rect">
            <a:avLst/>
          </a:prstGeom>
        </p:spPr>
      </p:pic>
      <p:pic>
        <p:nvPicPr>
          <p:cNvPr id="52" name="Image 2" descr="/home/claude/nexus_ppt/icons/commentslash_FFFFFF.png">
            <a:extLst>
              <a:ext uri="{FF2B5EF4-FFF2-40B4-BE49-F238E27FC236}">
                <a16:creationId xmlns:a16="http://schemas.microsoft.com/office/drawing/2014/main" id="{8107EAB0-7D83-BFFE-19D9-1298299273C2}"/>
              </a:ext>
            </a:extLst>
          </p:cNvPr>
          <p:cNvPicPr>
            <a:picLocks noChangeAspect="1"/>
          </p:cNvPicPr>
          <p:nvPr/>
        </p:nvPicPr>
        <p:blipFill>
          <a:blip r:embed="rId6"/>
          <a:stretch>
            <a:fillRect/>
          </a:stretch>
        </p:blipFill>
        <p:spPr>
          <a:xfrm>
            <a:off x="5767729" y="1089456"/>
            <a:ext cx="357876" cy="357876"/>
          </a:xfrm>
          <a:prstGeom prst="rect">
            <a:avLst/>
          </a:prstGeom>
        </p:spPr>
      </p:pic>
      <p:sp>
        <p:nvSpPr>
          <p:cNvPr id="56" name="Text 12">
            <a:extLst>
              <a:ext uri="{FF2B5EF4-FFF2-40B4-BE49-F238E27FC236}">
                <a16:creationId xmlns:a16="http://schemas.microsoft.com/office/drawing/2014/main" id="{87116926-892A-DA1A-59C6-8047AE0E4691}"/>
              </a:ext>
            </a:extLst>
          </p:cNvPr>
          <p:cNvSpPr txBox="1"/>
          <p:nvPr/>
        </p:nvSpPr>
        <p:spPr>
          <a:xfrm>
            <a:off x="2734931" y="2328706"/>
            <a:ext cx="1791286" cy="730419"/>
          </a:xfrm>
          <a:prstGeom prst="rect">
            <a:avLst/>
          </a:prstGeom>
          <a:noFill/>
          <a:ln/>
        </p:spPr>
        <p:txBody>
          <a:bodyPr wrap="square" lIns="0" tIns="0" rIns="0" bIns="0" rtlCol="0" anchor="ctr"/>
          <a:lstStyle/>
          <a:p>
            <a:pPr marL="0" indent="0" algn="ctr">
              <a:buNone/>
            </a:pPr>
            <a:r>
              <a:rPr lang="en-US" sz="1100" i="1" dirty="0">
                <a:solidFill>
                  <a:srgbClr val="BFA27A"/>
                </a:solidFill>
                <a:latin typeface="Calibri" pitchFamily="34" charset="0"/>
                <a:ea typeface="Calibri" pitchFamily="34" charset="-122"/>
                <a:cs typeface="Calibri" pitchFamily="34" charset="-120"/>
              </a:rPr>
              <a:t>LAB instrument disappear with no register no trace , no accountability</a:t>
            </a:r>
            <a:endParaRPr lang="en-US" sz="1100" dirty="0"/>
          </a:p>
        </p:txBody>
      </p:sp>
      <p:sp>
        <p:nvSpPr>
          <p:cNvPr id="58" name="Shape 14">
            <a:extLst>
              <a:ext uri="{FF2B5EF4-FFF2-40B4-BE49-F238E27FC236}">
                <a16:creationId xmlns:a16="http://schemas.microsoft.com/office/drawing/2014/main" id="{A3DD0A07-FCF9-01D6-7773-90DD1919476A}"/>
              </a:ext>
            </a:extLst>
          </p:cNvPr>
          <p:cNvSpPr/>
          <p:nvPr/>
        </p:nvSpPr>
        <p:spPr>
          <a:xfrm>
            <a:off x="7190671" y="920011"/>
            <a:ext cx="1911262" cy="2148840"/>
          </a:xfrm>
          <a:prstGeom prst="roundRect">
            <a:avLst>
              <a:gd name="adj" fmla="val 3404"/>
            </a:avLst>
          </a:prstGeom>
          <a:solidFill>
            <a:schemeClr val="accent2">
              <a:lumMod val="50000"/>
            </a:schemeClr>
          </a:solidFill>
          <a:ln w="15875">
            <a:solidFill>
              <a:srgbClr val="7A1E1E"/>
            </a:solidFill>
            <a:prstDash val="solid"/>
          </a:ln>
        </p:spPr>
      </p:sp>
      <p:sp>
        <p:nvSpPr>
          <p:cNvPr id="60" name="Shape 15">
            <a:extLst>
              <a:ext uri="{FF2B5EF4-FFF2-40B4-BE49-F238E27FC236}">
                <a16:creationId xmlns:a16="http://schemas.microsoft.com/office/drawing/2014/main" id="{F7E0908B-B245-2E15-7C81-42F09D89B9BD}"/>
              </a:ext>
            </a:extLst>
          </p:cNvPr>
          <p:cNvSpPr/>
          <p:nvPr/>
        </p:nvSpPr>
        <p:spPr>
          <a:xfrm>
            <a:off x="7828211" y="947702"/>
            <a:ext cx="642341" cy="626105"/>
          </a:xfrm>
          <a:prstGeom prst="ellipse">
            <a:avLst/>
          </a:prstGeom>
          <a:solidFill>
            <a:srgbClr val="7A1E1E"/>
          </a:solidFill>
          <a:ln/>
        </p:spPr>
      </p:sp>
      <p:sp>
        <p:nvSpPr>
          <p:cNvPr id="62" name="Text 17">
            <a:extLst>
              <a:ext uri="{FF2B5EF4-FFF2-40B4-BE49-F238E27FC236}">
                <a16:creationId xmlns:a16="http://schemas.microsoft.com/office/drawing/2014/main" id="{C1934399-0F93-63CC-28AD-95285863265F}"/>
              </a:ext>
            </a:extLst>
          </p:cNvPr>
          <p:cNvSpPr txBox="1"/>
          <p:nvPr/>
        </p:nvSpPr>
        <p:spPr>
          <a:xfrm>
            <a:off x="7270542" y="1634758"/>
            <a:ext cx="1751519" cy="920513"/>
          </a:xfrm>
          <a:prstGeom prst="rect">
            <a:avLst/>
          </a:prstGeom>
          <a:noFill/>
          <a:ln/>
        </p:spPr>
        <p:txBody>
          <a:bodyPr wrap="square" lIns="0" tIns="0" rIns="0" bIns="0" rtlCol="0" anchor="ctr"/>
          <a:lstStyle/>
          <a:p>
            <a:pPr marL="0" indent="0" algn="ctr">
              <a:buNone/>
            </a:pPr>
            <a:r>
              <a:rPr lang="en-US" sz="1400" b="1" dirty="0">
                <a:solidFill>
                  <a:srgbClr val="F5EEDF"/>
                </a:solidFill>
                <a:latin typeface="Bookman Old Style" pitchFamily="34" charset="0"/>
              </a:rPr>
              <a:t>UNUSED BOOKS &amp; INSTRUMENT</a:t>
            </a:r>
            <a:endParaRPr lang="en-US" sz="1400" dirty="0"/>
          </a:p>
        </p:txBody>
      </p:sp>
      <p:sp>
        <p:nvSpPr>
          <p:cNvPr id="68" name="Shape 14">
            <a:extLst>
              <a:ext uri="{FF2B5EF4-FFF2-40B4-BE49-F238E27FC236}">
                <a16:creationId xmlns:a16="http://schemas.microsoft.com/office/drawing/2014/main" id="{2D61F9CF-46CC-F12A-564A-651B84AE9D80}"/>
              </a:ext>
            </a:extLst>
          </p:cNvPr>
          <p:cNvSpPr/>
          <p:nvPr/>
        </p:nvSpPr>
        <p:spPr>
          <a:xfrm>
            <a:off x="9481199" y="920136"/>
            <a:ext cx="1911262" cy="2148840"/>
          </a:xfrm>
          <a:prstGeom prst="roundRect">
            <a:avLst>
              <a:gd name="adj" fmla="val 3404"/>
            </a:avLst>
          </a:prstGeom>
          <a:solidFill>
            <a:schemeClr val="accent2">
              <a:lumMod val="50000"/>
            </a:schemeClr>
          </a:solidFill>
          <a:ln w="15875">
            <a:solidFill>
              <a:srgbClr val="7A1E1E"/>
            </a:solidFill>
            <a:prstDash val="solid"/>
          </a:ln>
        </p:spPr>
      </p:sp>
      <p:sp>
        <p:nvSpPr>
          <p:cNvPr id="70" name="Shape 15">
            <a:extLst>
              <a:ext uri="{FF2B5EF4-FFF2-40B4-BE49-F238E27FC236}">
                <a16:creationId xmlns:a16="http://schemas.microsoft.com/office/drawing/2014/main" id="{48ED399C-D310-2AEE-3894-591F064EC4AA}"/>
              </a:ext>
            </a:extLst>
          </p:cNvPr>
          <p:cNvSpPr/>
          <p:nvPr/>
        </p:nvSpPr>
        <p:spPr>
          <a:xfrm>
            <a:off x="10118739" y="947827"/>
            <a:ext cx="642341" cy="626105"/>
          </a:xfrm>
          <a:prstGeom prst="ellipse">
            <a:avLst/>
          </a:prstGeom>
          <a:solidFill>
            <a:srgbClr val="7A1E1E"/>
          </a:solidFill>
          <a:ln/>
        </p:spPr>
      </p:sp>
      <p:sp>
        <p:nvSpPr>
          <p:cNvPr id="72" name="Text 17">
            <a:extLst>
              <a:ext uri="{FF2B5EF4-FFF2-40B4-BE49-F238E27FC236}">
                <a16:creationId xmlns:a16="http://schemas.microsoft.com/office/drawing/2014/main" id="{3C9F545A-F46A-4398-1770-A75CF102BB18}"/>
              </a:ext>
            </a:extLst>
          </p:cNvPr>
          <p:cNvSpPr txBox="1"/>
          <p:nvPr/>
        </p:nvSpPr>
        <p:spPr>
          <a:xfrm>
            <a:off x="9561071" y="1634883"/>
            <a:ext cx="1716622" cy="920513"/>
          </a:xfrm>
          <a:prstGeom prst="rect">
            <a:avLst/>
          </a:prstGeom>
          <a:noFill/>
          <a:ln/>
        </p:spPr>
        <p:txBody>
          <a:bodyPr wrap="square" lIns="0" tIns="0" rIns="0" bIns="0" rtlCol="0" anchor="ctr"/>
          <a:lstStyle/>
          <a:p>
            <a:pPr marL="0" indent="0" algn="ctr">
              <a:buNone/>
            </a:pPr>
            <a:r>
              <a:rPr lang="en-US" sz="1400" b="1" dirty="0">
                <a:solidFill>
                  <a:srgbClr val="F5EEDF"/>
                </a:solidFill>
                <a:latin typeface="Bookman Old Style" pitchFamily="34" charset="0"/>
                <a:ea typeface="Bookman Old Style" pitchFamily="34" charset="-122"/>
                <a:cs typeface="Bookman Old Style" pitchFamily="34" charset="-120"/>
              </a:rPr>
              <a:t>NO SINGLE SOURCE OF </a:t>
            </a:r>
          </a:p>
          <a:p>
            <a:pPr marL="0" indent="0" algn="ctr">
              <a:buNone/>
            </a:pPr>
            <a:r>
              <a:rPr lang="en-US" sz="1400" b="1" dirty="0">
                <a:solidFill>
                  <a:srgbClr val="F5EEDF"/>
                </a:solidFill>
                <a:latin typeface="Bookman Old Style" pitchFamily="34" charset="0"/>
              </a:rPr>
              <a:t>TRUTH</a:t>
            </a:r>
            <a:endParaRPr lang="en-US" sz="1400" dirty="0"/>
          </a:p>
        </p:txBody>
      </p:sp>
      <p:pic>
        <p:nvPicPr>
          <p:cNvPr id="78" name="Image 3" descr="/home/claude/nexus_ppt/icons/search_FFFFFF.png">
            <a:extLst>
              <a:ext uri="{FF2B5EF4-FFF2-40B4-BE49-F238E27FC236}">
                <a16:creationId xmlns:a16="http://schemas.microsoft.com/office/drawing/2014/main" id="{72A4C533-33B0-767A-BC6B-0470845A4DCD}"/>
              </a:ext>
            </a:extLst>
          </p:cNvPr>
          <p:cNvPicPr>
            <a:picLocks noChangeAspect="1"/>
          </p:cNvPicPr>
          <p:nvPr/>
        </p:nvPicPr>
        <p:blipFill>
          <a:blip r:embed="rId7"/>
          <a:stretch>
            <a:fillRect/>
          </a:stretch>
        </p:blipFill>
        <p:spPr>
          <a:xfrm>
            <a:off x="10273090" y="1089651"/>
            <a:ext cx="349118" cy="349118"/>
          </a:xfrm>
          <a:prstGeom prst="rect">
            <a:avLst/>
          </a:prstGeom>
        </p:spPr>
      </p:pic>
      <p:sp>
        <p:nvSpPr>
          <p:cNvPr id="80" name="Text 16">
            <a:extLst>
              <a:ext uri="{FF2B5EF4-FFF2-40B4-BE49-F238E27FC236}">
                <a16:creationId xmlns:a16="http://schemas.microsoft.com/office/drawing/2014/main" id="{A1797E38-C156-5E70-2811-2D5B8082AA03}"/>
              </a:ext>
            </a:extLst>
          </p:cNvPr>
          <p:cNvSpPr txBox="1"/>
          <p:nvPr/>
        </p:nvSpPr>
        <p:spPr>
          <a:xfrm>
            <a:off x="7525166" y="1620514"/>
            <a:ext cx="1291464" cy="215869"/>
          </a:xfrm>
          <a:prstGeom prst="rect">
            <a:avLst/>
          </a:prstGeom>
          <a:noFill/>
          <a:ln/>
        </p:spPr>
        <p:txBody>
          <a:bodyPr wrap="square" lIns="0" tIns="0" rIns="0" bIns="0" rtlCol="0" anchor="ctr"/>
          <a:lstStyle/>
          <a:p>
            <a:pPr marL="0" indent="0" algn="ctr">
              <a:buNone/>
            </a:pPr>
            <a:r>
              <a:rPr lang="en-US" sz="1050" b="1" kern="0" spc="200" dirty="0">
                <a:solidFill>
                  <a:srgbClr val="C79A6B"/>
                </a:solidFill>
                <a:latin typeface="Calibri" pitchFamily="34" charset="0"/>
                <a:ea typeface="Calibri" pitchFamily="34" charset="-122"/>
                <a:cs typeface="Calibri" pitchFamily="34" charset="-120"/>
              </a:rPr>
              <a:t>WEEK 3</a:t>
            </a:r>
            <a:endParaRPr lang="en-US" sz="1050" dirty="0"/>
          </a:p>
        </p:txBody>
      </p:sp>
      <p:sp>
        <p:nvSpPr>
          <p:cNvPr id="82" name="Text 16">
            <a:extLst>
              <a:ext uri="{FF2B5EF4-FFF2-40B4-BE49-F238E27FC236}">
                <a16:creationId xmlns:a16="http://schemas.microsoft.com/office/drawing/2014/main" id="{88D980FE-1AB2-8855-99DE-78B522CB5BE0}"/>
              </a:ext>
            </a:extLst>
          </p:cNvPr>
          <p:cNvSpPr txBox="1"/>
          <p:nvPr/>
        </p:nvSpPr>
        <p:spPr>
          <a:xfrm>
            <a:off x="9791097" y="1620513"/>
            <a:ext cx="1291464" cy="215869"/>
          </a:xfrm>
          <a:prstGeom prst="rect">
            <a:avLst/>
          </a:prstGeom>
          <a:noFill/>
          <a:ln/>
        </p:spPr>
        <p:txBody>
          <a:bodyPr wrap="square" lIns="0" tIns="0" rIns="0" bIns="0" rtlCol="0" anchor="ctr"/>
          <a:lstStyle/>
          <a:p>
            <a:pPr marL="0" indent="0" algn="ctr">
              <a:buNone/>
            </a:pPr>
            <a:r>
              <a:rPr lang="en-US" sz="1050" b="1" kern="0" spc="200" dirty="0">
                <a:solidFill>
                  <a:srgbClr val="C79A6B"/>
                </a:solidFill>
                <a:latin typeface="Calibri" pitchFamily="34" charset="0"/>
                <a:ea typeface="Calibri" pitchFamily="34" charset="-122"/>
                <a:cs typeface="Calibri" pitchFamily="34" charset="-120"/>
              </a:rPr>
              <a:t>WEEK 3</a:t>
            </a:r>
            <a:endParaRPr lang="en-US" sz="1050" dirty="0"/>
          </a:p>
        </p:txBody>
      </p:sp>
      <p:sp>
        <p:nvSpPr>
          <p:cNvPr id="64" name="Text 18">
            <a:extLst>
              <a:ext uri="{FF2B5EF4-FFF2-40B4-BE49-F238E27FC236}">
                <a16:creationId xmlns:a16="http://schemas.microsoft.com/office/drawing/2014/main" id="{D6361ABA-F690-45DF-DD6C-6E49DE0477BE}"/>
              </a:ext>
            </a:extLst>
          </p:cNvPr>
          <p:cNvSpPr txBox="1"/>
          <p:nvPr/>
        </p:nvSpPr>
        <p:spPr>
          <a:xfrm>
            <a:off x="9521839" y="2387895"/>
            <a:ext cx="1842326" cy="597315"/>
          </a:xfrm>
          <a:prstGeom prst="rect">
            <a:avLst/>
          </a:prstGeom>
          <a:noFill/>
          <a:ln/>
        </p:spPr>
        <p:txBody>
          <a:bodyPr wrap="square" lIns="0" tIns="0" rIns="0" bIns="0" rtlCol="0" anchor="ctr"/>
          <a:lstStyle/>
          <a:p>
            <a:pPr marL="0" indent="0" algn="ctr">
              <a:buNone/>
            </a:pPr>
            <a:r>
              <a:rPr lang="en-US" sz="1100" i="1" dirty="0">
                <a:solidFill>
                  <a:srgbClr val="BFA27A"/>
                </a:solidFill>
                <a:latin typeface="Calibri" pitchFamily="34" charset="0"/>
                <a:ea typeface="Calibri" pitchFamily="34" charset="-122"/>
                <a:cs typeface="Calibri" pitchFamily="34" charset="-120"/>
              </a:rPr>
              <a:t>Official Student juggle five different apps and still what actually matters</a:t>
            </a:r>
            <a:endParaRPr lang="en-US" sz="1100" dirty="0"/>
          </a:p>
        </p:txBody>
      </p:sp>
      <p:pic>
        <p:nvPicPr>
          <p:cNvPr id="85" name="Image 4" descr="/home/claude/nexus_ppt/icons/exchange_1C7293.png">
            <a:extLst>
              <a:ext uri="{FF2B5EF4-FFF2-40B4-BE49-F238E27FC236}">
                <a16:creationId xmlns:a16="http://schemas.microsoft.com/office/drawing/2014/main" id="{1D52CD6B-5812-3546-0800-CD4060989AA0}"/>
              </a:ext>
            </a:extLst>
          </p:cNvPr>
          <p:cNvPicPr>
            <a:picLocks noChangeAspect="1"/>
          </p:cNvPicPr>
          <p:nvPr/>
        </p:nvPicPr>
        <p:blipFill>
          <a:blip r:embed="rId8"/>
          <a:stretch>
            <a:fillRect/>
          </a:stretch>
        </p:blipFill>
        <p:spPr>
          <a:xfrm>
            <a:off x="7989057" y="1123468"/>
            <a:ext cx="363681" cy="363681"/>
          </a:xfrm>
          <a:prstGeom prst="rect">
            <a:avLst/>
          </a:prstGeom>
        </p:spPr>
      </p:pic>
      <p:sp>
        <p:nvSpPr>
          <p:cNvPr id="87" name="Text 18">
            <a:extLst>
              <a:ext uri="{FF2B5EF4-FFF2-40B4-BE49-F238E27FC236}">
                <a16:creationId xmlns:a16="http://schemas.microsoft.com/office/drawing/2014/main" id="{ECC86855-DBE5-2132-3F0C-DA16ADB47AE2}"/>
              </a:ext>
            </a:extLst>
          </p:cNvPr>
          <p:cNvSpPr txBox="1"/>
          <p:nvPr/>
        </p:nvSpPr>
        <p:spPr>
          <a:xfrm>
            <a:off x="7245290" y="2307010"/>
            <a:ext cx="1776771" cy="597315"/>
          </a:xfrm>
          <a:prstGeom prst="rect">
            <a:avLst/>
          </a:prstGeom>
          <a:noFill/>
          <a:ln/>
        </p:spPr>
        <p:txBody>
          <a:bodyPr wrap="square" lIns="0" tIns="0" rIns="0" bIns="0" rtlCol="0" anchor="ctr"/>
          <a:lstStyle/>
          <a:p>
            <a:pPr marL="0" indent="0" algn="ctr">
              <a:buNone/>
            </a:pPr>
            <a:r>
              <a:rPr lang="en-US" sz="1100" i="1" dirty="0">
                <a:solidFill>
                  <a:srgbClr val="BFA27A"/>
                </a:solidFill>
                <a:latin typeface="Calibri" pitchFamily="34" charset="0"/>
                <a:ea typeface="Calibri" pitchFamily="34" charset="-122"/>
                <a:cs typeface="Calibri" pitchFamily="34" charset="-120"/>
              </a:rPr>
              <a:t>Buy books , notes and necessary instrument become useless after the semester </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1CB"/>
        </a:solidFill>
        <a:effectLst/>
      </p:bgPr>
    </p:bg>
    <p:spTree>
      <p:nvGrpSpPr>
        <p:cNvPr id="1" name=""/>
        <p:cNvGrpSpPr/>
        <p:nvPr/>
      </p:nvGrpSpPr>
      <p:grpSpPr>
        <a:xfrm>
          <a:off x="0" y="0"/>
          <a:ext cx="0" cy="0"/>
          <a:chOff x="0" y="0"/>
          <a:chExt cx="0" cy="0"/>
        </a:xfrm>
      </p:grpSpPr>
      <p:pic>
        <p:nvPicPr>
          <p:cNvPr id="3" name="Image 1" descr="j2m_logo.png"/>
          <p:cNvPicPr>
            <a:picLocks noChangeAspect="1"/>
          </p:cNvPicPr>
          <p:nvPr/>
        </p:nvPicPr>
        <p:blipFill>
          <a:blip r:embed="rId3"/>
          <a:stretch>
            <a:fillRect/>
          </a:stretch>
        </p:blipFill>
        <p:spPr>
          <a:xfrm>
            <a:off x="11155680" y="292608"/>
            <a:ext cx="621792" cy="627278"/>
          </a:xfrm>
          <a:prstGeom prst="rect">
            <a:avLst/>
          </a:prstGeom>
        </p:spPr>
      </p:pic>
      <p:sp>
        <p:nvSpPr>
          <p:cNvPr id="4" name="Shape 0"/>
          <p:cNvSpPr/>
          <p:nvPr/>
        </p:nvSpPr>
        <p:spPr>
          <a:xfrm>
            <a:off x="320040" y="232332"/>
            <a:ext cx="3048310" cy="868680"/>
          </a:xfrm>
          <a:prstGeom prst="roundRect">
            <a:avLst>
              <a:gd name="adj" fmla="val 6316"/>
            </a:avLst>
          </a:prstGeom>
          <a:ln w="19050">
            <a:solidFill>
              <a:srgbClr val="7A1E1E"/>
            </a:solidFill>
            <a:prstDash val="solid"/>
          </a:ln>
        </p:spPr>
      </p:sp>
      <p:sp>
        <p:nvSpPr>
          <p:cNvPr id="6" name="Shape 2"/>
          <p:cNvSpPr/>
          <p:nvPr/>
        </p:nvSpPr>
        <p:spPr>
          <a:xfrm>
            <a:off x="472689" y="495549"/>
            <a:ext cx="420624" cy="420624"/>
          </a:xfrm>
          <a:prstGeom prst="ellipse">
            <a:avLst/>
          </a:prstGeom>
          <a:solidFill>
            <a:srgbClr val="7A1E1E"/>
          </a:solidFill>
          <a:ln/>
        </p:spPr>
      </p:sp>
      <p:sp>
        <p:nvSpPr>
          <p:cNvPr id="8" name="Text 3"/>
          <p:cNvSpPr txBox="1"/>
          <p:nvPr/>
        </p:nvSpPr>
        <p:spPr>
          <a:xfrm>
            <a:off x="1120139" y="420089"/>
            <a:ext cx="2248211" cy="588621"/>
          </a:xfrm>
          <a:prstGeom prst="rect">
            <a:avLst/>
          </a:prstGeom>
          <a:noFill/>
          <a:ln/>
        </p:spPr>
        <p:txBody>
          <a:bodyPr wrap="square" lIns="0" tIns="0" rIns="0" bIns="0" rtlCol="0" anchor="ctr"/>
          <a:lstStyle/>
          <a:p>
            <a:pPr marL="0" indent="0">
              <a:buNone/>
            </a:pPr>
            <a:r>
              <a:rPr lang="en-US" sz="1700" b="1" dirty="0">
                <a:solidFill>
                  <a:srgbClr val="1C1712"/>
                </a:solidFill>
                <a:latin typeface="Bookman Old Style" pitchFamily="34" charset="0"/>
              </a:rPr>
              <a:t>ONE PLATFROM – TEN SOLUTION</a:t>
            </a:r>
            <a:endParaRPr lang="en-US" sz="1700" dirty="0"/>
          </a:p>
        </p:txBody>
      </p:sp>
      <p:sp>
        <p:nvSpPr>
          <p:cNvPr id="9" name="Text 4"/>
          <p:cNvSpPr txBox="1"/>
          <p:nvPr/>
        </p:nvSpPr>
        <p:spPr>
          <a:xfrm>
            <a:off x="4436239" y="365760"/>
            <a:ext cx="5120640" cy="365760"/>
          </a:xfrm>
          <a:prstGeom prst="rect">
            <a:avLst/>
          </a:prstGeom>
          <a:noFill/>
          <a:ln/>
        </p:spPr>
        <p:txBody>
          <a:bodyPr wrap="square" lIns="0" tIns="0" rIns="0" bIns="0" rtlCol="0" anchor="ctr"/>
          <a:lstStyle/>
          <a:p>
            <a:pPr marL="0" indent="0">
              <a:buNone/>
            </a:pPr>
            <a:r>
              <a:rPr lang="en-US" sz="1600" b="1" i="1" dirty="0">
                <a:solidFill>
                  <a:srgbClr val="3A2E22"/>
                </a:solidFill>
                <a:latin typeface="Calibri" pitchFamily="34" charset="0"/>
                <a:ea typeface="Calibri" pitchFamily="34" charset="-122"/>
                <a:cs typeface="Calibri" pitchFamily="34" charset="-120"/>
              </a:rPr>
              <a:t>The Wanderer — pure ideation, no code yet</a:t>
            </a:r>
            <a:endParaRPr lang="en-US" sz="1600" b="1" dirty="0"/>
          </a:p>
        </p:txBody>
      </p:sp>
      <p:sp>
        <p:nvSpPr>
          <p:cNvPr id="10" name="Shape 5"/>
          <p:cNvSpPr/>
          <p:nvPr/>
        </p:nvSpPr>
        <p:spPr>
          <a:xfrm>
            <a:off x="9032749" y="73153"/>
            <a:ext cx="2084832" cy="777240"/>
          </a:xfrm>
          <a:prstGeom prst="roundRect">
            <a:avLst>
              <a:gd name="adj" fmla="val 7059"/>
            </a:avLst>
          </a:prstGeom>
          <a:solidFill>
            <a:srgbClr val="7A1E1E"/>
          </a:solidFill>
          <a:ln/>
        </p:spPr>
      </p:sp>
      <p:sp>
        <p:nvSpPr>
          <p:cNvPr id="11" name="Text 6"/>
          <p:cNvSpPr txBox="1"/>
          <p:nvPr/>
        </p:nvSpPr>
        <p:spPr>
          <a:xfrm>
            <a:off x="9032749" y="137161"/>
            <a:ext cx="2084832" cy="228600"/>
          </a:xfrm>
          <a:prstGeom prst="rect">
            <a:avLst/>
          </a:prstGeom>
          <a:noFill/>
          <a:ln/>
        </p:spPr>
        <p:txBody>
          <a:bodyPr wrap="square" lIns="0" tIns="0" rIns="0" bIns="0" rtlCol="0" anchor="ctr"/>
          <a:lstStyle/>
          <a:p>
            <a:pPr marL="0" indent="0" algn="ctr">
              <a:buNone/>
            </a:pPr>
            <a:r>
              <a:rPr lang="en-US" sz="950" b="1" kern="0" spc="200" dirty="0">
                <a:solidFill>
                  <a:srgbClr val="E8C9A0"/>
                </a:solidFill>
                <a:latin typeface="Calibri" pitchFamily="34" charset="0"/>
                <a:ea typeface="Calibri" pitchFamily="34" charset="-122"/>
                <a:cs typeface="Calibri" pitchFamily="34" charset="-120"/>
              </a:rPr>
              <a:t>PRIZE</a:t>
            </a:r>
            <a:endParaRPr lang="en-US" sz="950" dirty="0"/>
          </a:p>
        </p:txBody>
      </p:sp>
      <p:sp>
        <p:nvSpPr>
          <p:cNvPr id="12" name="Text 7"/>
          <p:cNvSpPr txBox="1"/>
          <p:nvPr/>
        </p:nvSpPr>
        <p:spPr>
          <a:xfrm>
            <a:off x="9078469" y="347473"/>
            <a:ext cx="1993392" cy="457200"/>
          </a:xfrm>
          <a:prstGeom prst="rect">
            <a:avLst/>
          </a:prstGeom>
          <a:noFill/>
          <a:ln/>
        </p:spPr>
        <p:txBody>
          <a:bodyPr wrap="square" lIns="0" tIns="0" rIns="0" bIns="0" rtlCol="0" anchor="ctr"/>
          <a:lstStyle/>
          <a:p>
            <a:pPr marL="0" indent="0" algn="ctr">
              <a:lnSpc>
                <a:spcPct val="100000"/>
              </a:lnSpc>
              <a:buNone/>
            </a:pPr>
            <a:r>
              <a:rPr lang="en-US" sz="1150" b="1" dirty="0">
                <a:solidFill>
                  <a:srgbClr val="F5EEDF"/>
                </a:solidFill>
                <a:latin typeface="Calibri" pitchFamily="34" charset="0"/>
                <a:ea typeface="Calibri" pitchFamily="34" charset="-122"/>
                <a:cs typeface="Calibri" pitchFamily="34" charset="-120"/>
              </a:rPr>
              <a:t>Open to all — clear it to begin</a:t>
            </a:r>
            <a:endParaRPr lang="en-US" sz="1150" dirty="0"/>
          </a:p>
        </p:txBody>
      </p:sp>
      <p:sp>
        <p:nvSpPr>
          <p:cNvPr id="13" name="Shape 8"/>
          <p:cNvSpPr/>
          <p:nvPr/>
        </p:nvSpPr>
        <p:spPr>
          <a:xfrm>
            <a:off x="457200" y="1243584"/>
            <a:ext cx="100584" cy="100584"/>
          </a:xfrm>
          <a:prstGeom prst="diamond">
            <a:avLst/>
          </a:prstGeom>
          <a:solidFill>
            <a:srgbClr val="7A1E1E"/>
          </a:solidFill>
          <a:ln/>
        </p:spPr>
      </p:sp>
      <p:sp>
        <p:nvSpPr>
          <p:cNvPr id="14" name="Shape 9"/>
          <p:cNvSpPr/>
          <p:nvPr/>
        </p:nvSpPr>
        <p:spPr>
          <a:xfrm>
            <a:off x="603504" y="1285292"/>
            <a:ext cx="10881360" cy="0"/>
          </a:xfrm>
          <a:prstGeom prst="line">
            <a:avLst/>
          </a:prstGeom>
          <a:noFill/>
          <a:ln w="9525">
            <a:solidFill>
              <a:srgbClr val="7A1E1E"/>
            </a:solidFill>
            <a:prstDash val="solid"/>
          </a:ln>
        </p:spPr>
      </p:sp>
      <p:sp>
        <p:nvSpPr>
          <p:cNvPr id="15" name="Text 10"/>
          <p:cNvSpPr txBox="1"/>
          <p:nvPr/>
        </p:nvSpPr>
        <p:spPr>
          <a:xfrm>
            <a:off x="307443" y="1367105"/>
            <a:ext cx="1536752" cy="345215"/>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CAMPUS VAULT</a:t>
            </a:r>
            <a:endParaRPr lang="en-US" sz="1250" dirty="0"/>
          </a:p>
        </p:txBody>
      </p:sp>
      <p:sp>
        <p:nvSpPr>
          <p:cNvPr id="16" name="Text 11"/>
          <p:cNvSpPr txBox="1"/>
          <p:nvPr/>
        </p:nvSpPr>
        <p:spPr>
          <a:xfrm>
            <a:off x="454402" y="1594054"/>
            <a:ext cx="4985719" cy="1163546"/>
          </a:xfrm>
          <a:prstGeom prst="rect">
            <a:avLst/>
          </a:prstGeom>
          <a:noFill/>
          <a:ln/>
        </p:spPr>
        <p:txBody>
          <a:bodyPr wrap="square" lIns="0" tIns="0" rIns="0" bIns="0" rtlCol="0" anchor="ctr"/>
          <a:lstStyle/>
          <a:p>
            <a:pPr marL="0" indent="0">
              <a:lnSpc>
                <a:spcPct val="120000"/>
              </a:lnSpc>
              <a:buNone/>
            </a:pPr>
            <a:r>
              <a:rPr lang="en-US" sz="1000" b="1" dirty="0"/>
              <a:t>Notes , PYQs , Books Pdf &amp; EXAM Schedule</a:t>
            </a:r>
          </a:p>
          <a:p>
            <a:pPr lvl="0"/>
            <a:r>
              <a:rPr lang="en-IN" sz="1000" dirty="0"/>
              <a:t>Uploads use a fixed taxonomy organized by Department, Semester, and Subject Code to guarantee reliable search. </a:t>
            </a:r>
          </a:p>
          <a:p>
            <a:pPr lvl="0"/>
            <a:r>
              <a:rPr lang="en-IN" sz="1000" dirty="0"/>
              <a:t>The system uses self-hosted storage and hash-checking to automatically reject any duplicate file uploads. </a:t>
            </a:r>
          </a:p>
          <a:p>
            <a:pPr lvl="0"/>
            <a:r>
              <a:rPr lang="en-IN" sz="1000" dirty="0"/>
              <a:t>Content quality is maintained through community upvotes, CR-verified badges, and a strict restriction to copyright-safe student notes and past papers.</a:t>
            </a:r>
          </a:p>
        </p:txBody>
      </p:sp>
      <p:sp>
        <p:nvSpPr>
          <p:cNvPr id="35" name="Text 24"/>
          <p:cNvSpPr txBox="1"/>
          <p:nvPr/>
        </p:nvSpPr>
        <p:spPr>
          <a:xfrm>
            <a:off x="10607040" y="6528816"/>
            <a:ext cx="1097280" cy="274320"/>
          </a:xfrm>
          <a:prstGeom prst="rect">
            <a:avLst/>
          </a:prstGeom>
          <a:noFill/>
          <a:ln/>
        </p:spPr>
        <p:txBody>
          <a:bodyPr wrap="square" lIns="0" tIns="0" rIns="0" bIns="0" rtlCol="0" anchor="ctr"/>
          <a:lstStyle/>
          <a:p>
            <a:pPr marL="0" indent="0" algn="r">
              <a:buNone/>
            </a:pPr>
            <a:r>
              <a:rPr lang="en-US" sz="900" dirty="0">
                <a:solidFill>
                  <a:srgbClr val="3A2E22"/>
                </a:solidFill>
                <a:latin typeface="Calibri" pitchFamily="34" charset="0"/>
                <a:ea typeface="Calibri" pitchFamily="34" charset="-122"/>
                <a:cs typeface="Calibri" pitchFamily="34" charset="-120"/>
              </a:rPr>
              <a:t>03</a:t>
            </a:r>
            <a:endParaRPr lang="en-US" sz="900" dirty="0"/>
          </a:p>
        </p:txBody>
      </p:sp>
      <p:sp>
        <p:nvSpPr>
          <p:cNvPr id="37" name="Text 10">
            <a:extLst>
              <a:ext uri="{FF2B5EF4-FFF2-40B4-BE49-F238E27FC236}">
                <a16:creationId xmlns:a16="http://schemas.microsoft.com/office/drawing/2014/main" id="{0C4D6EEF-ECAD-14FB-FB6A-4CAC2C16F694}"/>
              </a:ext>
            </a:extLst>
          </p:cNvPr>
          <p:cNvSpPr txBox="1"/>
          <p:nvPr/>
        </p:nvSpPr>
        <p:spPr>
          <a:xfrm>
            <a:off x="320040" y="2691021"/>
            <a:ext cx="1536752" cy="345215"/>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THE BOARD</a:t>
            </a:r>
            <a:endParaRPr lang="en-US" sz="1250" dirty="0"/>
          </a:p>
        </p:txBody>
      </p:sp>
      <p:sp>
        <p:nvSpPr>
          <p:cNvPr id="39" name="Text 11">
            <a:extLst>
              <a:ext uri="{FF2B5EF4-FFF2-40B4-BE49-F238E27FC236}">
                <a16:creationId xmlns:a16="http://schemas.microsoft.com/office/drawing/2014/main" id="{DE07E547-85EE-174C-FBD9-5B47E42B6B12}"/>
              </a:ext>
            </a:extLst>
          </p:cNvPr>
          <p:cNvSpPr txBox="1"/>
          <p:nvPr/>
        </p:nvSpPr>
        <p:spPr>
          <a:xfrm>
            <a:off x="467232" y="2941875"/>
            <a:ext cx="4851217" cy="861565"/>
          </a:xfrm>
          <a:prstGeom prst="rect">
            <a:avLst/>
          </a:prstGeom>
          <a:noFill/>
          <a:ln/>
        </p:spPr>
        <p:txBody>
          <a:bodyPr wrap="square" lIns="0" tIns="0" rIns="0" bIns="0" rtlCol="0" anchor="ctr"/>
          <a:lstStyle/>
          <a:p>
            <a:pPr marL="0" indent="0">
              <a:lnSpc>
                <a:spcPct val="120000"/>
              </a:lnSpc>
              <a:buNone/>
            </a:pPr>
            <a:r>
              <a:rPr lang="en-US" sz="1000" b="1" dirty="0"/>
              <a:t>Notice + Lost &amp; Found</a:t>
            </a:r>
          </a:p>
          <a:p>
            <a:pPr lvl="0"/>
            <a:r>
              <a:rPr lang="en-IN" sz="1000" dirty="0"/>
              <a:t>A shared feed allows verified admins to post official notices while keeping the lost and found section open to everyone. </a:t>
            </a:r>
          </a:p>
          <a:p>
            <a:pPr lvl="0"/>
            <a:r>
              <a:rPr lang="en-IN" sz="1000" dirty="0"/>
              <a:t>Lost items are protected by a private claim process where claimants must describe identifying details before the finder reveals them. </a:t>
            </a:r>
          </a:p>
        </p:txBody>
      </p:sp>
      <p:sp>
        <p:nvSpPr>
          <p:cNvPr id="41" name="Text 10">
            <a:extLst>
              <a:ext uri="{FF2B5EF4-FFF2-40B4-BE49-F238E27FC236}">
                <a16:creationId xmlns:a16="http://schemas.microsoft.com/office/drawing/2014/main" id="{B2C626E5-3DBD-EEE8-E003-88EE80EA24AD}"/>
              </a:ext>
            </a:extLst>
          </p:cNvPr>
          <p:cNvSpPr txBox="1"/>
          <p:nvPr/>
        </p:nvSpPr>
        <p:spPr>
          <a:xfrm>
            <a:off x="320040" y="3727264"/>
            <a:ext cx="1536752" cy="345215"/>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MARKETPLACE</a:t>
            </a:r>
            <a:endParaRPr lang="en-US" sz="1250" dirty="0"/>
          </a:p>
        </p:txBody>
      </p:sp>
      <p:sp>
        <p:nvSpPr>
          <p:cNvPr id="43" name="Text 11">
            <a:extLst>
              <a:ext uri="{FF2B5EF4-FFF2-40B4-BE49-F238E27FC236}">
                <a16:creationId xmlns:a16="http://schemas.microsoft.com/office/drawing/2014/main" id="{A5119AD4-22C0-8714-2F35-ACF6AD8444EB}"/>
              </a:ext>
            </a:extLst>
          </p:cNvPr>
          <p:cNvSpPr txBox="1"/>
          <p:nvPr/>
        </p:nvSpPr>
        <p:spPr>
          <a:xfrm>
            <a:off x="454401" y="3952019"/>
            <a:ext cx="4985719" cy="871537"/>
          </a:xfrm>
          <a:prstGeom prst="rect">
            <a:avLst/>
          </a:prstGeom>
          <a:noFill/>
          <a:ln/>
        </p:spPr>
        <p:txBody>
          <a:bodyPr wrap="square" lIns="0" tIns="0" rIns="0" bIns="0" rtlCol="0" anchor="ctr"/>
          <a:lstStyle/>
          <a:p>
            <a:pPr lvl="0"/>
            <a:r>
              <a:rPr lang="en-IN" sz="1000" b="1" dirty="0"/>
              <a:t>Old Books &amp; Instruments</a:t>
            </a:r>
          </a:p>
          <a:p>
            <a:pPr lvl="0"/>
            <a:r>
              <a:rPr lang="en-IN" sz="1000" dirty="0"/>
              <a:t>The platform functions purely as a simple listings board—not a storefront or payment processor—connecting students for in-person exchanges on campus. </a:t>
            </a:r>
          </a:p>
          <a:p>
            <a:pPr lvl="0"/>
            <a:r>
              <a:rPr lang="en-IN" sz="1000" dirty="0"/>
              <a:t>Buyers and sellers communicate safely using in-app direct messaging within Nexus, ensuring personal phone numbers are never exposed. </a:t>
            </a:r>
          </a:p>
        </p:txBody>
      </p:sp>
      <p:sp>
        <p:nvSpPr>
          <p:cNvPr id="45" name="Text 10">
            <a:extLst>
              <a:ext uri="{FF2B5EF4-FFF2-40B4-BE49-F238E27FC236}">
                <a16:creationId xmlns:a16="http://schemas.microsoft.com/office/drawing/2014/main" id="{FA5F220D-392C-14E1-D889-28B8AA6FFC60}"/>
              </a:ext>
            </a:extLst>
          </p:cNvPr>
          <p:cNvSpPr txBox="1"/>
          <p:nvPr/>
        </p:nvSpPr>
        <p:spPr>
          <a:xfrm>
            <a:off x="307443" y="5467833"/>
            <a:ext cx="1536752" cy="345215"/>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COMMUNITIES</a:t>
            </a:r>
            <a:endParaRPr lang="en-US" sz="1250" dirty="0"/>
          </a:p>
        </p:txBody>
      </p:sp>
      <p:sp>
        <p:nvSpPr>
          <p:cNvPr id="51" name="Text 11">
            <a:extLst>
              <a:ext uri="{FF2B5EF4-FFF2-40B4-BE49-F238E27FC236}">
                <a16:creationId xmlns:a16="http://schemas.microsoft.com/office/drawing/2014/main" id="{D898E6E4-C4D5-565A-F602-6FC928FFF94A}"/>
              </a:ext>
            </a:extLst>
          </p:cNvPr>
          <p:cNvSpPr txBox="1"/>
          <p:nvPr/>
        </p:nvSpPr>
        <p:spPr>
          <a:xfrm>
            <a:off x="411480" y="5726746"/>
            <a:ext cx="5363018" cy="802516"/>
          </a:xfrm>
          <a:prstGeom prst="rect">
            <a:avLst/>
          </a:prstGeom>
          <a:noFill/>
          <a:ln/>
        </p:spPr>
        <p:txBody>
          <a:bodyPr wrap="square" lIns="0" tIns="0" rIns="0" bIns="0" rtlCol="0" anchor="ctr"/>
          <a:lstStyle/>
          <a:p>
            <a:pPr lvl="0"/>
            <a:r>
              <a:rPr lang="en-IN" sz="1000" dirty="0"/>
              <a:t>Students are automatically assigned to their official batch and department communities based on their roll numbers, ensuring membership cannot be faked or left. </a:t>
            </a:r>
          </a:p>
          <a:p>
            <a:pPr lvl="0"/>
            <a:r>
              <a:rPr lang="en-IN" sz="1000" dirty="0"/>
              <a:t>Optional groups like clubs, hostels, or buy/sell are created by request and approved by admins to prevent duplicates, all running on one shared data schema for consistency. </a:t>
            </a:r>
          </a:p>
        </p:txBody>
      </p:sp>
      <p:sp>
        <p:nvSpPr>
          <p:cNvPr id="53" name="Text 10">
            <a:extLst>
              <a:ext uri="{FF2B5EF4-FFF2-40B4-BE49-F238E27FC236}">
                <a16:creationId xmlns:a16="http://schemas.microsoft.com/office/drawing/2014/main" id="{D2F80884-7713-F856-DE33-B9C0BC84FB7A}"/>
              </a:ext>
            </a:extLst>
          </p:cNvPr>
          <p:cNvSpPr txBox="1"/>
          <p:nvPr/>
        </p:nvSpPr>
        <p:spPr>
          <a:xfrm>
            <a:off x="5774498" y="1368001"/>
            <a:ext cx="1536752" cy="345215"/>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EVENTS UPDATE</a:t>
            </a:r>
            <a:endParaRPr lang="en-US" sz="1250" dirty="0"/>
          </a:p>
        </p:txBody>
      </p:sp>
      <p:sp>
        <p:nvSpPr>
          <p:cNvPr id="54" name="TextBox 53">
            <a:extLst>
              <a:ext uri="{FF2B5EF4-FFF2-40B4-BE49-F238E27FC236}">
                <a16:creationId xmlns:a16="http://schemas.microsoft.com/office/drawing/2014/main" id="{9E96984B-E07F-6E06-B3DA-E84B6912AA9B}"/>
              </a:ext>
            </a:extLst>
          </p:cNvPr>
          <p:cNvSpPr txBox="1"/>
          <p:nvPr/>
        </p:nvSpPr>
        <p:spPr>
          <a:xfrm>
            <a:off x="5816642" y="1587190"/>
            <a:ext cx="5687941" cy="707886"/>
          </a:xfrm>
          <a:prstGeom prst="rect">
            <a:avLst/>
          </a:prstGeom>
          <a:noFill/>
        </p:spPr>
        <p:txBody>
          <a:bodyPr wrap="square" rtlCol="0">
            <a:spAutoFit/>
          </a:bodyPr>
          <a:lstStyle/>
          <a:p>
            <a:r>
              <a:rPr lang="en-IN" sz="1000" dirty="0"/>
              <a:t>Instead of relying on a standard scrolling feed, upcoming events are organized and displayed in a dedicated calendar view. </a:t>
            </a:r>
          </a:p>
          <a:p>
            <a:r>
              <a:rPr lang="en-IN" sz="1000" dirty="0"/>
              <a:t>Event announcements require structured details—including organizer, venue, and registration links and are routed directly to their relevant communities.</a:t>
            </a:r>
          </a:p>
        </p:txBody>
      </p:sp>
      <p:sp>
        <p:nvSpPr>
          <p:cNvPr id="56" name="Text 10">
            <a:extLst>
              <a:ext uri="{FF2B5EF4-FFF2-40B4-BE49-F238E27FC236}">
                <a16:creationId xmlns:a16="http://schemas.microsoft.com/office/drawing/2014/main" id="{311CB576-8A36-D34A-A234-B388C14C02AB}"/>
              </a:ext>
            </a:extLst>
          </p:cNvPr>
          <p:cNvSpPr txBox="1"/>
          <p:nvPr/>
        </p:nvSpPr>
        <p:spPr>
          <a:xfrm>
            <a:off x="307443" y="4716756"/>
            <a:ext cx="2690639" cy="345215"/>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JOB AND INTERNSHIP UPDATE</a:t>
            </a:r>
            <a:endParaRPr lang="en-US" sz="1250" dirty="0"/>
          </a:p>
        </p:txBody>
      </p:sp>
      <p:sp>
        <p:nvSpPr>
          <p:cNvPr id="57" name="TextBox 56">
            <a:extLst>
              <a:ext uri="{FF2B5EF4-FFF2-40B4-BE49-F238E27FC236}">
                <a16:creationId xmlns:a16="http://schemas.microsoft.com/office/drawing/2014/main" id="{8559D151-C73A-809B-5D58-4CF9E69F031B}"/>
              </a:ext>
            </a:extLst>
          </p:cNvPr>
          <p:cNvSpPr txBox="1"/>
          <p:nvPr/>
        </p:nvSpPr>
        <p:spPr>
          <a:xfrm>
            <a:off x="346663" y="4972135"/>
            <a:ext cx="5441986" cy="553998"/>
          </a:xfrm>
          <a:prstGeom prst="rect">
            <a:avLst/>
          </a:prstGeom>
          <a:noFill/>
        </p:spPr>
        <p:txBody>
          <a:bodyPr wrap="square" rtlCol="0">
            <a:spAutoFit/>
          </a:bodyPr>
          <a:lstStyle/>
          <a:p>
            <a:r>
              <a:rPr lang="en-IN" sz="1000" dirty="0"/>
              <a:t>Job posts use structured fields to display the company, role, specific eligibility criteria (like batch or CGPA), and application links. To ensure students do not miss urgent opportunities, the feed is prioritized and sorted by application deadline rather than recency.</a:t>
            </a:r>
          </a:p>
        </p:txBody>
      </p:sp>
      <p:sp>
        <p:nvSpPr>
          <p:cNvPr id="59" name="Text 10">
            <a:extLst>
              <a:ext uri="{FF2B5EF4-FFF2-40B4-BE49-F238E27FC236}">
                <a16:creationId xmlns:a16="http://schemas.microsoft.com/office/drawing/2014/main" id="{8C77852D-AEB4-A76C-42EC-D88BF0BC4022}"/>
              </a:ext>
            </a:extLst>
          </p:cNvPr>
          <p:cNvSpPr txBox="1"/>
          <p:nvPr/>
        </p:nvSpPr>
        <p:spPr>
          <a:xfrm>
            <a:off x="5774498" y="2243445"/>
            <a:ext cx="2989217" cy="345215"/>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NOTIFICATION :PUSH NOT PULL</a:t>
            </a:r>
            <a:endParaRPr lang="en-US" sz="1250" dirty="0"/>
          </a:p>
        </p:txBody>
      </p:sp>
      <p:sp>
        <p:nvSpPr>
          <p:cNvPr id="60" name="TextBox 59">
            <a:extLst>
              <a:ext uri="{FF2B5EF4-FFF2-40B4-BE49-F238E27FC236}">
                <a16:creationId xmlns:a16="http://schemas.microsoft.com/office/drawing/2014/main" id="{96A4DB43-E478-FA04-8CC1-7A5DFB057A2D}"/>
              </a:ext>
            </a:extLst>
          </p:cNvPr>
          <p:cNvSpPr txBox="1"/>
          <p:nvPr/>
        </p:nvSpPr>
        <p:spPr>
          <a:xfrm>
            <a:off x="5846718" y="2540389"/>
            <a:ext cx="5225143" cy="861774"/>
          </a:xfrm>
          <a:prstGeom prst="rect">
            <a:avLst/>
          </a:prstGeom>
          <a:noFill/>
        </p:spPr>
        <p:txBody>
          <a:bodyPr wrap="square" rtlCol="0">
            <a:spAutoFit/>
          </a:bodyPr>
          <a:lstStyle/>
          <a:p>
            <a:pPr lvl="0"/>
            <a:r>
              <a:rPr lang="en-IN" sz="1000" dirty="0"/>
              <a:t>To prevent users from reverting to old habits, Nexus uses PWA web push notifications with per-category toggles and a digest mode so alerts inform without overwhelming. </a:t>
            </a:r>
          </a:p>
          <a:p>
            <a:pPr lvl="0"/>
            <a:r>
              <a:rPr lang="en-IN" sz="1000" dirty="0"/>
              <a:t>Academic and social alerts keep users updated on new Vault uploads (like PYQs) matching their semester and department, alongside notifications for DMs and message requests. </a:t>
            </a:r>
          </a:p>
          <a:p>
            <a:endParaRPr lang="en-IN" sz="1000" dirty="0"/>
          </a:p>
        </p:txBody>
      </p:sp>
      <p:sp>
        <p:nvSpPr>
          <p:cNvPr id="62" name="Text 10">
            <a:extLst>
              <a:ext uri="{FF2B5EF4-FFF2-40B4-BE49-F238E27FC236}">
                <a16:creationId xmlns:a16="http://schemas.microsoft.com/office/drawing/2014/main" id="{AC725DCE-1700-B1E7-692A-CA8125C7503F}"/>
              </a:ext>
            </a:extLst>
          </p:cNvPr>
          <p:cNvSpPr txBox="1"/>
          <p:nvPr/>
        </p:nvSpPr>
        <p:spPr>
          <a:xfrm>
            <a:off x="5788649" y="3229555"/>
            <a:ext cx="3455749" cy="345215"/>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AI STUDY AGENT AND STUDENT HUB</a:t>
            </a:r>
            <a:endParaRPr lang="en-US" sz="1250" dirty="0"/>
          </a:p>
        </p:txBody>
      </p:sp>
      <p:sp>
        <p:nvSpPr>
          <p:cNvPr id="64" name="TextBox 63">
            <a:extLst>
              <a:ext uri="{FF2B5EF4-FFF2-40B4-BE49-F238E27FC236}">
                <a16:creationId xmlns:a16="http://schemas.microsoft.com/office/drawing/2014/main" id="{D0661452-C122-63A1-20D1-C020230639E3}"/>
              </a:ext>
            </a:extLst>
          </p:cNvPr>
          <p:cNvSpPr txBox="1"/>
          <p:nvPr/>
        </p:nvSpPr>
        <p:spPr>
          <a:xfrm>
            <a:off x="5892438" y="3500439"/>
            <a:ext cx="5225143" cy="861774"/>
          </a:xfrm>
          <a:prstGeom prst="rect">
            <a:avLst/>
          </a:prstGeom>
          <a:noFill/>
        </p:spPr>
        <p:txBody>
          <a:bodyPr wrap="square" rtlCol="0">
            <a:spAutoFit/>
          </a:bodyPr>
          <a:lstStyle/>
          <a:p>
            <a:pPr lvl="0"/>
            <a:r>
              <a:rPr lang="en-IN" sz="1000" dirty="0"/>
              <a:t>The AI is trained directly on the campus Vault, providing answers based entirely on the syllabus, past question papers, and student notes rather than generic web knowledge. </a:t>
            </a:r>
          </a:p>
          <a:p>
            <a:pPr lvl="0"/>
            <a:r>
              <a:rPr lang="en-IN" sz="1000" dirty="0"/>
              <a:t>It can generate fresh practice sets from past papers in seconds and always links its answers to the exact source document so students can verify the information.</a:t>
            </a:r>
          </a:p>
          <a:p>
            <a:endParaRPr lang="en-IN" sz="1000" dirty="0"/>
          </a:p>
        </p:txBody>
      </p:sp>
      <p:sp>
        <p:nvSpPr>
          <p:cNvPr id="68" name="Text 10">
            <a:extLst>
              <a:ext uri="{FF2B5EF4-FFF2-40B4-BE49-F238E27FC236}">
                <a16:creationId xmlns:a16="http://schemas.microsoft.com/office/drawing/2014/main" id="{9E543BBB-E449-A861-1B02-CE41EDCCC0B0}"/>
              </a:ext>
            </a:extLst>
          </p:cNvPr>
          <p:cNvSpPr txBox="1"/>
          <p:nvPr/>
        </p:nvSpPr>
        <p:spPr>
          <a:xfrm>
            <a:off x="5788649" y="4132935"/>
            <a:ext cx="3455749" cy="345215"/>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PROFILE , DM &amp;ARACHIVEMENT</a:t>
            </a:r>
            <a:endParaRPr lang="en-US" sz="1250" dirty="0"/>
          </a:p>
        </p:txBody>
      </p:sp>
      <p:sp>
        <p:nvSpPr>
          <p:cNvPr id="69" name="TextBox 68">
            <a:extLst>
              <a:ext uri="{FF2B5EF4-FFF2-40B4-BE49-F238E27FC236}">
                <a16:creationId xmlns:a16="http://schemas.microsoft.com/office/drawing/2014/main" id="{22ECBD06-6E40-E2F8-AE15-C1C42C8FA410}"/>
              </a:ext>
            </a:extLst>
          </p:cNvPr>
          <p:cNvSpPr txBox="1"/>
          <p:nvPr/>
        </p:nvSpPr>
        <p:spPr>
          <a:xfrm>
            <a:off x="5895829" y="4441284"/>
            <a:ext cx="5225143" cy="1169551"/>
          </a:xfrm>
          <a:prstGeom prst="rect">
            <a:avLst/>
          </a:prstGeom>
          <a:noFill/>
        </p:spPr>
        <p:txBody>
          <a:bodyPr wrap="square" rtlCol="0">
            <a:spAutoFit/>
          </a:bodyPr>
          <a:lstStyle/>
          <a:p>
            <a:pPr lvl="0"/>
            <a:r>
              <a:rPr lang="en-IN" sz="1000" dirty="0"/>
              <a:t>Students maintain public profiles displaying their name, batch, and bio, while keeping their personal phone numbers completely hidden from view. </a:t>
            </a:r>
          </a:p>
          <a:p>
            <a:pPr lvl="0"/>
            <a:r>
              <a:rPr lang="en-IN" sz="1000" dirty="0"/>
              <a:t>All peer contact is routed through secure in-app direct messaging, utilizing message requests, block/report tools, and rate limits instead of an open phone directory. </a:t>
            </a:r>
          </a:p>
          <a:p>
            <a:pPr lvl="0"/>
            <a:r>
              <a:rPr lang="en-IN" sz="1000" dirty="0"/>
              <a:t>Functioning like a campus LinkedIn, the platform lets students post projects or competition wins to a showcase feed where peer endorsements highlight their talent to recruiters and faculty. </a:t>
            </a:r>
          </a:p>
          <a:p>
            <a:endParaRPr lang="en-IN" sz="1000" dirty="0"/>
          </a:p>
        </p:txBody>
      </p:sp>
      <p:sp>
        <p:nvSpPr>
          <p:cNvPr id="71" name="Shape 8">
            <a:extLst>
              <a:ext uri="{FF2B5EF4-FFF2-40B4-BE49-F238E27FC236}">
                <a16:creationId xmlns:a16="http://schemas.microsoft.com/office/drawing/2014/main" id="{31D682FF-FD04-3D91-8204-21C63EF4460B}"/>
              </a:ext>
            </a:extLst>
          </p:cNvPr>
          <p:cNvSpPr/>
          <p:nvPr/>
        </p:nvSpPr>
        <p:spPr>
          <a:xfrm>
            <a:off x="195816" y="1493470"/>
            <a:ext cx="100584" cy="100584"/>
          </a:xfrm>
          <a:prstGeom prst="diamond">
            <a:avLst/>
          </a:prstGeom>
          <a:solidFill>
            <a:srgbClr val="7A1E1E"/>
          </a:solidFill>
          <a:ln/>
        </p:spPr>
      </p:sp>
      <p:sp>
        <p:nvSpPr>
          <p:cNvPr id="73" name="Shape 8">
            <a:extLst>
              <a:ext uri="{FF2B5EF4-FFF2-40B4-BE49-F238E27FC236}">
                <a16:creationId xmlns:a16="http://schemas.microsoft.com/office/drawing/2014/main" id="{C1DD242A-CC17-090E-42CE-D1B56B32F5B1}"/>
              </a:ext>
            </a:extLst>
          </p:cNvPr>
          <p:cNvSpPr/>
          <p:nvPr/>
        </p:nvSpPr>
        <p:spPr>
          <a:xfrm>
            <a:off x="190422" y="2813336"/>
            <a:ext cx="100584" cy="100584"/>
          </a:xfrm>
          <a:prstGeom prst="diamond">
            <a:avLst/>
          </a:prstGeom>
          <a:solidFill>
            <a:srgbClr val="7A1E1E"/>
          </a:solidFill>
          <a:ln/>
        </p:spPr>
      </p:sp>
      <p:sp>
        <p:nvSpPr>
          <p:cNvPr id="75" name="Shape 8">
            <a:extLst>
              <a:ext uri="{FF2B5EF4-FFF2-40B4-BE49-F238E27FC236}">
                <a16:creationId xmlns:a16="http://schemas.microsoft.com/office/drawing/2014/main" id="{BE5FBD8D-FF50-3DF8-9841-C86A88157F99}"/>
              </a:ext>
            </a:extLst>
          </p:cNvPr>
          <p:cNvSpPr/>
          <p:nvPr/>
        </p:nvSpPr>
        <p:spPr>
          <a:xfrm>
            <a:off x="198478" y="3862914"/>
            <a:ext cx="100584" cy="100584"/>
          </a:xfrm>
          <a:prstGeom prst="diamond">
            <a:avLst/>
          </a:prstGeom>
          <a:solidFill>
            <a:srgbClr val="7A1E1E"/>
          </a:solidFill>
          <a:ln/>
        </p:spPr>
      </p:sp>
      <p:sp>
        <p:nvSpPr>
          <p:cNvPr id="77" name="Shape 8">
            <a:extLst>
              <a:ext uri="{FF2B5EF4-FFF2-40B4-BE49-F238E27FC236}">
                <a16:creationId xmlns:a16="http://schemas.microsoft.com/office/drawing/2014/main" id="{A4751C1E-058E-7E29-A99B-9A0FD5830B93}"/>
              </a:ext>
            </a:extLst>
          </p:cNvPr>
          <p:cNvSpPr/>
          <p:nvPr/>
        </p:nvSpPr>
        <p:spPr>
          <a:xfrm>
            <a:off x="185244" y="4843925"/>
            <a:ext cx="100584" cy="100584"/>
          </a:xfrm>
          <a:prstGeom prst="diamond">
            <a:avLst/>
          </a:prstGeom>
          <a:solidFill>
            <a:srgbClr val="7A1E1E"/>
          </a:solidFill>
          <a:ln/>
        </p:spPr>
      </p:sp>
      <p:sp>
        <p:nvSpPr>
          <p:cNvPr id="79" name="Shape 8">
            <a:extLst>
              <a:ext uri="{FF2B5EF4-FFF2-40B4-BE49-F238E27FC236}">
                <a16:creationId xmlns:a16="http://schemas.microsoft.com/office/drawing/2014/main" id="{581F3FAB-E634-EFEF-469D-3A76CC5415D7}"/>
              </a:ext>
            </a:extLst>
          </p:cNvPr>
          <p:cNvSpPr/>
          <p:nvPr/>
        </p:nvSpPr>
        <p:spPr>
          <a:xfrm>
            <a:off x="198478" y="5626162"/>
            <a:ext cx="100584" cy="100584"/>
          </a:xfrm>
          <a:prstGeom prst="diamond">
            <a:avLst/>
          </a:prstGeom>
          <a:solidFill>
            <a:srgbClr val="7A1E1E"/>
          </a:solidFill>
          <a:ln/>
        </p:spPr>
      </p:sp>
      <p:sp>
        <p:nvSpPr>
          <p:cNvPr id="81" name="Shape 8">
            <a:extLst>
              <a:ext uri="{FF2B5EF4-FFF2-40B4-BE49-F238E27FC236}">
                <a16:creationId xmlns:a16="http://schemas.microsoft.com/office/drawing/2014/main" id="{37622E00-014E-4974-2F71-0C07063205D9}"/>
              </a:ext>
            </a:extLst>
          </p:cNvPr>
          <p:cNvSpPr/>
          <p:nvPr/>
        </p:nvSpPr>
        <p:spPr>
          <a:xfrm>
            <a:off x="5644694" y="1506257"/>
            <a:ext cx="100584" cy="100584"/>
          </a:xfrm>
          <a:prstGeom prst="diamond">
            <a:avLst/>
          </a:prstGeom>
          <a:solidFill>
            <a:srgbClr val="7A1E1E"/>
          </a:solidFill>
          <a:ln/>
        </p:spPr>
      </p:sp>
      <p:sp>
        <p:nvSpPr>
          <p:cNvPr id="83" name="Shape 8">
            <a:extLst>
              <a:ext uri="{FF2B5EF4-FFF2-40B4-BE49-F238E27FC236}">
                <a16:creationId xmlns:a16="http://schemas.microsoft.com/office/drawing/2014/main" id="{FD8ECF7E-5042-456B-57AE-AB3667A7B925}"/>
              </a:ext>
            </a:extLst>
          </p:cNvPr>
          <p:cNvSpPr/>
          <p:nvPr/>
        </p:nvSpPr>
        <p:spPr>
          <a:xfrm>
            <a:off x="5641708" y="2365760"/>
            <a:ext cx="100584" cy="100584"/>
          </a:xfrm>
          <a:prstGeom prst="diamond">
            <a:avLst/>
          </a:prstGeom>
          <a:solidFill>
            <a:srgbClr val="7A1E1E"/>
          </a:solidFill>
          <a:ln/>
        </p:spPr>
      </p:sp>
      <p:sp>
        <p:nvSpPr>
          <p:cNvPr id="85" name="Shape 8">
            <a:extLst>
              <a:ext uri="{FF2B5EF4-FFF2-40B4-BE49-F238E27FC236}">
                <a16:creationId xmlns:a16="http://schemas.microsoft.com/office/drawing/2014/main" id="{B28ACD56-D489-7976-F28C-EF054ECCB594}"/>
              </a:ext>
            </a:extLst>
          </p:cNvPr>
          <p:cNvSpPr/>
          <p:nvPr/>
        </p:nvSpPr>
        <p:spPr>
          <a:xfrm>
            <a:off x="5638597" y="3351871"/>
            <a:ext cx="100584" cy="100584"/>
          </a:xfrm>
          <a:prstGeom prst="diamond">
            <a:avLst/>
          </a:prstGeom>
          <a:solidFill>
            <a:srgbClr val="7A1E1E"/>
          </a:solidFill>
          <a:ln/>
        </p:spPr>
      </p:sp>
      <p:sp>
        <p:nvSpPr>
          <p:cNvPr id="87" name="Shape 8">
            <a:extLst>
              <a:ext uri="{FF2B5EF4-FFF2-40B4-BE49-F238E27FC236}">
                <a16:creationId xmlns:a16="http://schemas.microsoft.com/office/drawing/2014/main" id="{C9901AE2-7EF0-F776-A2A8-DDD357716931}"/>
              </a:ext>
            </a:extLst>
          </p:cNvPr>
          <p:cNvSpPr/>
          <p:nvPr/>
        </p:nvSpPr>
        <p:spPr>
          <a:xfrm>
            <a:off x="5645845" y="4268585"/>
            <a:ext cx="100584" cy="100584"/>
          </a:xfrm>
          <a:prstGeom prst="diamond">
            <a:avLst/>
          </a:prstGeom>
          <a:solidFill>
            <a:srgbClr val="7A1E1E"/>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EDE1CB"/>
        </a:solidFill>
        <a:effectLst/>
      </p:bgPr>
    </p:bg>
    <p:spTree>
      <p:nvGrpSpPr>
        <p:cNvPr id="1" name=""/>
        <p:cNvGrpSpPr/>
        <p:nvPr/>
      </p:nvGrpSpPr>
      <p:grpSpPr>
        <a:xfrm>
          <a:off x="0" y="0"/>
          <a:ext cx="0" cy="0"/>
          <a:chOff x="0" y="0"/>
          <a:chExt cx="0" cy="0"/>
        </a:xfrm>
      </p:grpSpPr>
      <p:pic>
        <p:nvPicPr>
          <p:cNvPr id="3" name="Image 1" descr="j2m_logo.png"/>
          <p:cNvPicPr>
            <a:picLocks noChangeAspect="1"/>
          </p:cNvPicPr>
          <p:nvPr/>
        </p:nvPicPr>
        <p:blipFill>
          <a:blip r:embed="rId3"/>
          <a:stretch>
            <a:fillRect/>
          </a:stretch>
        </p:blipFill>
        <p:spPr>
          <a:xfrm>
            <a:off x="11155680" y="292608"/>
            <a:ext cx="621792" cy="627278"/>
          </a:xfrm>
          <a:prstGeom prst="rect">
            <a:avLst/>
          </a:prstGeom>
        </p:spPr>
      </p:pic>
      <p:sp>
        <p:nvSpPr>
          <p:cNvPr id="4" name="Shape 0"/>
          <p:cNvSpPr/>
          <p:nvPr/>
        </p:nvSpPr>
        <p:spPr>
          <a:xfrm>
            <a:off x="283464" y="114300"/>
            <a:ext cx="2331720" cy="868680"/>
          </a:xfrm>
          <a:prstGeom prst="roundRect">
            <a:avLst>
              <a:gd name="adj" fmla="val 6316"/>
            </a:avLst>
          </a:prstGeom>
          <a:ln w="19050">
            <a:solidFill>
              <a:srgbClr val="7A1E1E"/>
            </a:solidFill>
            <a:prstDash val="solid"/>
          </a:ln>
        </p:spPr>
      </p:sp>
      <p:sp>
        <p:nvSpPr>
          <p:cNvPr id="6" name="Shape 2"/>
          <p:cNvSpPr/>
          <p:nvPr/>
        </p:nvSpPr>
        <p:spPr>
          <a:xfrm>
            <a:off x="414528" y="406908"/>
            <a:ext cx="420624" cy="420624"/>
          </a:xfrm>
          <a:prstGeom prst="ellipse">
            <a:avLst/>
          </a:prstGeom>
          <a:solidFill>
            <a:srgbClr val="7A1E1E"/>
          </a:solidFill>
          <a:ln/>
        </p:spPr>
      </p:sp>
      <p:sp>
        <p:nvSpPr>
          <p:cNvPr id="8" name="Text 3"/>
          <p:cNvSpPr txBox="1"/>
          <p:nvPr/>
        </p:nvSpPr>
        <p:spPr>
          <a:xfrm>
            <a:off x="932688" y="333756"/>
            <a:ext cx="1554480" cy="457200"/>
          </a:xfrm>
          <a:prstGeom prst="rect">
            <a:avLst/>
          </a:prstGeom>
          <a:noFill/>
          <a:ln/>
        </p:spPr>
        <p:txBody>
          <a:bodyPr wrap="square" lIns="0" tIns="0" rIns="0" bIns="0" rtlCol="0" anchor="ctr"/>
          <a:lstStyle/>
          <a:p>
            <a:pPr marL="0" indent="0">
              <a:buNone/>
            </a:pPr>
            <a:r>
              <a:rPr lang="en-US" sz="1700" b="1" dirty="0">
                <a:solidFill>
                  <a:srgbClr val="1C1712"/>
                </a:solidFill>
                <a:latin typeface="Bookman Old Style" pitchFamily="34" charset="0"/>
              </a:rPr>
              <a:t>ROADMAP</a:t>
            </a:r>
            <a:endParaRPr lang="en-US" sz="1700" dirty="0"/>
          </a:p>
        </p:txBody>
      </p:sp>
      <p:sp>
        <p:nvSpPr>
          <p:cNvPr id="9" name="Text 4"/>
          <p:cNvSpPr txBox="1"/>
          <p:nvPr/>
        </p:nvSpPr>
        <p:spPr>
          <a:xfrm>
            <a:off x="2841172" y="224028"/>
            <a:ext cx="5120640" cy="365760"/>
          </a:xfrm>
          <a:prstGeom prst="rect">
            <a:avLst/>
          </a:prstGeom>
          <a:noFill/>
          <a:ln/>
        </p:spPr>
        <p:txBody>
          <a:bodyPr wrap="square" lIns="0" tIns="0" rIns="0" bIns="0" rtlCol="0" anchor="ctr"/>
          <a:lstStyle/>
          <a:p>
            <a:pPr marL="0" indent="0">
              <a:buNone/>
            </a:pPr>
            <a:r>
              <a:rPr lang="en-US" sz="1600" b="1" i="1" dirty="0">
                <a:solidFill>
                  <a:srgbClr val="3A2E22"/>
                </a:solidFill>
                <a:latin typeface="Calibri" pitchFamily="34" charset="0"/>
                <a:ea typeface="Calibri" pitchFamily="34" charset="-122"/>
                <a:cs typeface="Calibri" pitchFamily="34" charset="-120"/>
              </a:rPr>
              <a:t>The Warrior — backend, integration, and go-live</a:t>
            </a:r>
            <a:endParaRPr lang="en-US" sz="1600" b="1" dirty="0"/>
          </a:p>
        </p:txBody>
      </p:sp>
      <p:sp>
        <p:nvSpPr>
          <p:cNvPr id="10" name="Shape 5"/>
          <p:cNvSpPr/>
          <p:nvPr/>
        </p:nvSpPr>
        <p:spPr>
          <a:xfrm>
            <a:off x="8988552" y="59436"/>
            <a:ext cx="2084832" cy="777240"/>
          </a:xfrm>
          <a:prstGeom prst="roundRect">
            <a:avLst>
              <a:gd name="adj" fmla="val 7059"/>
            </a:avLst>
          </a:prstGeom>
          <a:solidFill>
            <a:srgbClr val="7A1E1E"/>
          </a:solidFill>
          <a:ln/>
        </p:spPr>
      </p:sp>
      <p:sp>
        <p:nvSpPr>
          <p:cNvPr id="11" name="Text 6"/>
          <p:cNvSpPr txBox="1"/>
          <p:nvPr/>
        </p:nvSpPr>
        <p:spPr>
          <a:xfrm>
            <a:off x="8988552" y="123444"/>
            <a:ext cx="2084832" cy="228600"/>
          </a:xfrm>
          <a:prstGeom prst="rect">
            <a:avLst/>
          </a:prstGeom>
          <a:noFill/>
          <a:ln/>
        </p:spPr>
        <p:txBody>
          <a:bodyPr wrap="square" lIns="0" tIns="0" rIns="0" bIns="0" rtlCol="0" anchor="ctr"/>
          <a:lstStyle/>
          <a:p>
            <a:pPr marL="0" indent="0" algn="ctr">
              <a:buNone/>
            </a:pPr>
            <a:r>
              <a:rPr lang="en-US" sz="950" b="1" kern="0" spc="200" dirty="0">
                <a:solidFill>
                  <a:srgbClr val="E8C9A0"/>
                </a:solidFill>
                <a:latin typeface="Calibri" pitchFamily="34" charset="0"/>
                <a:ea typeface="Calibri" pitchFamily="34" charset="-122"/>
                <a:cs typeface="Calibri" pitchFamily="34" charset="-120"/>
              </a:rPr>
              <a:t>PRIZE</a:t>
            </a:r>
            <a:endParaRPr lang="en-US" sz="950" dirty="0"/>
          </a:p>
        </p:txBody>
      </p:sp>
      <p:sp>
        <p:nvSpPr>
          <p:cNvPr id="12" name="Text 7"/>
          <p:cNvSpPr txBox="1"/>
          <p:nvPr/>
        </p:nvSpPr>
        <p:spPr>
          <a:xfrm>
            <a:off x="9034272" y="333756"/>
            <a:ext cx="1993392" cy="457200"/>
          </a:xfrm>
          <a:prstGeom prst="rect">
            <a:avLst/>
          </a:prstGeom>
          <a:noFill/>
          <a:ln/>
        </p:spPr>
        <p:txBody>
          <a:bodyPr wrap="square" lIns="0" tIns="0" rIns="0" bIns="0" rtlCol="0" anchor="ctr"/>
          <a:lstStyle/>
          <a:p>
            <a:pPr marL="0" indent="0" algn="ctr">
              <a:lnSpc>
                <a:spcPct val="100000"/>
              </a:lnSpc>
              <a:buNone/>
            </a:pPr>
            <a:r>
              <a:rPr lang="en-US" sz="1150" b="1" dirty="0">
                <a:solidFill>
                  <a:srgbClr val="F5EEDF"/>
                </a:solidFill>
                <a:latin typeface="Calibri" pitchFamily="34" charset="0"/>
                <a:ea typeface="Calibri" pitchFamily="34" charset="-122"/>
                <a:cs typeface="Calibri" pitchFamily="34" charset="-120"/>
              </a:rPr>
              <a:t>Leaderboard resets</a:t>
            </a:r>
            <a:endParaRPr lang="en-US" sz="1150" dirty="0"/>
          </a:p>
          <a:p>
            <a:pPr marL="0" indent="0" algn="ctr">
              <a:lnSpc>
                <a:spcPct val="100000"/>
              </a:lnSpc>
              <a:buNone/>
            </a:pPr>
            <a:r>
              <a:rPr lang="en-US" sz="1150" b="1" dirty="0">
                <a:solidFill>
                  <a:srgbClr val="F5EEDF"/>
                </a:solidFill>
                <a:latin typeface="Calibri" pitchFamily="34" charset="0"/>
                <a:ea typeface="Calibri" pitchFamily="34" charset="-122"/>
                <a:cs typeface="Calibri" pitchFamily="34" charset="-120"/>
              </a:rPr>
              <a:t>Top 5 win cash</a:t>
            </a:r>
            <a:endParaRPr lang="en-US" sz="1150" dirty="0"/>
          </a:p>
        </p:txBody>
      </p:sp>
      <p:sp>
        <p:nvSpPr>
          <p:cNvPr id="13" name="Shape 8"/>
          <p:cNvSpPr/>
          <p:nvPr/>
        </p:nvSpPr>
        <p:spPr>
          <a:xfrm>
            <a:off x="231399" y="1205982"/>
            <a:ext cx="100584" cy="100584"/>
          </a:xfrm>
          <a:prstGeom prst="diamond">
            <a:avLst/>
          </a:prstGeom>
          <a:solidFill>
            <a:srgbClr val="7A1E1E"/>
          </a:solidFill>
          <a:ln/>
        </p:spPr>
      </p:sp>
      <p:sp>
        <p:nvSpPr>
          <p:cNvPr id="14" name="Shape 9"/>
          <p:cNvSpPr/>
          <p:nvPr/>
        </p:nvSpPr>
        <p:spPr>
          <a:xfrm>
            <a:off x="594360" y="1145332"/>
            <a:ext cx="10881360" cy="0"/>
          </a:xfrm>
          <a:prstGeom prst="line">
            <a:avLst/>
          </a:prstGeom>
          <a:noFill/>
          <a:ln w="9525">
            <a:solidFill>
              <a:srgbClr val="7A1E1E"/>
            </a:solidFill>
            <a:prstDash val="solid"/>
          </a:ln>
        </p:spPr>
      </p:sp>
      <p:sp>
        <p:nvSpPr>
          <p:cNvPr id="15" name="Text 10"/>
          <p:cNvSpPr txBox="1"/>
          <p:nvPr/>
        </p:nvSpPr>
        <p:spPr>
          <a:xfrm>
            <a:off x="7772400" y="232240"/>
            <a:ext cx="5212080" cy="292608"/>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OVERVIEW</a:t>
            </a:r>
            <a:endParaRPr lang="en-US" sz="1250" dirty="0"/>
          </a:p>
        </p:txBody>
      </p:sp>
      <p:sp>
        <p:nvSpPr>
          <p:cNvPr id="40" name="Shape 14">
            <a:extLst>
              <a:ext uri="{FF2B5EF4-FFF2-40B4-BE49-F238E27FC236}">
                <a16:creationId xmlns:a16="http://schemas.microsoft.com/office/drawing/2014/main" id="{ACC5A050-2FA4-3C18-3BF3-D97919F546BF}"/>
              </a:ext>
            </a:extLst>
          </p:cNvPr>
          <p:cNvSpPr/>
          <p:nvPr/>
        </p:nvSpPr>
        <p:spPr>
          <a:xfrm>
            <a:off x="331983" y="4290239"/>
            <a:ext cx="3573811" cy="2321060"/>
          </a:xfrm>
          <a:prstGeom prst="roundRect">
            <a:avLst>
              <a:gd name="adj" fmla="val 1609"/>
            </a:avLst>
          </a:prstGeom>
          <a:solidFill>
            <a:srgbClr val="DFCFB0"/>
          </a:solidFill>
          <a:ln w="12700">
            <a:solidFill>
              <a:srgbClr val="7A1E1E"/>
            </a:solidFill>
            <a:prstDash val="solid"/>
          </a:ln>
        </p:spPr>
      </p:sp>
      <p:sp>
        <p:nvSpPr>
          <p:cNvPr id="17" name="Text 12"/>
          <p:cNvSpPr txBox="1"/>
          <p:nvPr/>
        </p:nvSpPr>
        <p:spPr>
          <a:xfrm>
            <a:off x="7424928" y="516636"/>
            <a:ext cx="5212080" cy="292608"/>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REQUIREMENTS</a:t>
            </a:r>
            <a:endParaRPr lang="en-US" sz="1250" dirty="0"/>
          </a:p>
        </p:txBody>
      </p:sp>
      <p:sp>
        <p:nvSpPr>
          <p:cNvPr id="19" name="Shape 14"/>
          <p:cNvSpPr/>
          <p:nvPr/>
        </p:nvSpPr>
        <p:spPr>
          <a:xfrm>
            <a:off x="356616" y="1490284"/>
            <a:ext cx="2650640" cy="2638224"/>
          </a:xfrm>
          <a:prstGeom prst="roundRect">
            <a:avLst>
              <a:gd name="adj" fmla="val 1609"/>
            </a:avLst>
          </a:prstGeom>
          <a:solidFill>
            <a:srgbClr val="DFCFB0"/>
          </a:solidFill>
          <a:ln w="12700">
            <a:solidFill>
              <a:srgbClr val="7A1E1E"/>
            </a:solidFill>
            <a:prstDash val="solid"/>
          </a:ln>
        </p:spPr>
      </p:sp>
      <p:sp>
        <p:nvSpPr>
          <p:cNvPr id="21" name="Shape 16"/>
          <p:cNvSpPr/>
          <p:nvPr/>
        </p:nvSpPr>
        <p:spPr>
          <a:xfrm>
            <a:off x="457200" y="4653595"/>
            <a:ext cx="3191069" cy="0"/>
          </a:xfrm>
          <a:prstGeom prst="line">
            <a:avLst/>
          </a:prstGeom>
          <a:noFill/>
          <a:ln w="9525">
            <a:solidFill>
              <a:srgbClr val="7A1E1E"/>
            </a:solidFill>
            <a:prstDash val="sysDot"/>
          </a:ln>
        </p:spPr>
      </p:sp>
      <p:sp>
        <p:nvSpPr>
          <p:cNvPr id="34" name="Shape 14">
            <a:extLst>
              <a:ext uri="{FF2B5EF4-FFF2-40B4-BE49-F238E27FC236}">
                <a16:creationId xmlns:a16="http://schemas.microsoft.com/office/drawing/2014/main" id="{A3FF61AD-DE8C-31C3-ACA3-718DE9CC5937}"/>
              </a:ext>
            </a:extLst>
          </p:cNvPr>
          <p:cNvSpPr/>
          <p:nvPr/>
        </p:nvSpPr>
        <p:spPr>
          <a:xfrm>
            <a:off x="3134526" y="1514972"/>
            <a:ext cx="2735362" cy="2638224"/>
          </a:xfrm>
          <a:prstGeom prst="roundRect">
            <a:avLst>
              <a:gd name="adj" fmla="val 1609"/>
            </a:avLst>
          </a:prstGeom>
          <a:solidFill>
            <a:srgbClr val="DFCFB0"/>
          </a:solidFill>
          <a:ln w="12700">
            <a:solidFill>
              <a:srgbClr val="7A1E1E"/>
            </a:solidFill>
            <a:prstDash val="solid"/>
          </a:ln>
        </p:spPr>
      </p:sp>
      <p:sp>
        <p:nvSpPr>
          <p:cNvPr id="36" name="Shape 14">
            <a:extLst>
              <a:ext uri="{FF2B5EF4-FFF2-40B4-BE49-F238E27FC236}">
                <a16:creationId xmlns:a16="http://schemas.microsoft.com/office/drawing/2014/main" id="{A65C52FD-BD23-CB27-ED15-08F7F15A322D}"/>
              </a:ext>
            </a:extLst>
          </p:cNvPr>
          <p:cNvSpPr/>
          <p:nvPr/>
        </p:nvSpPr>
        <p:spPr>
          <a:xfrm>
            <a:off x="5997158" y="1492107"/>
            <a:ext cx="2735362" cy="2638224"/>
          </a:xfrm>
          <a:prstGeom prst="roundRect">
            <a:avLst>
              <a:gd name="adj" fmla="val 1609"/>
            </a:avLst>
          </a:prstGeom>
          <a:solidFill>
            <a:srgbClr val="DFCFB0"/>
          </a:solidFill>
          <a:ln w="12700">
            <a:solidFill>
              <a:srgbClr val="7A1E1E"/>
            </a:solidFill>
            <a:prstDash val="solid"/>
          </a:ln>
        </p:spPr>
      </p:sp>
      <p:sp>
        <p:nvSpPr>
          <p:cNvPr id="38" name="Shape 14">
            <a:extLst>
              <a:ext uri="{FF2B5EF4-FFF2-40B4-BE49-F238E27FC236}">
                <a16:creationId xmlns:a16="http://schemas.microsoft.com/office/drawing/2014/main" id="{1188DC68-8591-8CB4-7772-F5F0F6287292}"/>
              </a:ext>
            </a:extLst>
          </p:cNvPr>
          <p:cNvSpPr/>
          <p:nvPr/>
        </p:nvSpPr>
        <p:spPr>
          <a:xfrm>
            <a:off x="8859790" y="1481058"/>
            <a:ext cx="2734802" cy="2638224"/>
          </a:xfrm>
          <a:prstGeom prst="roundRect">
            <a:avLst>
              <a:gd name="adj" fmla="val 1609"/>
            </a:avLst>
          </a:prstGeom>
          <a:solidFill>
            <a:srgbClr val="DFCFB0"/>
          </a:solidFill>
          <a:ln w="12700">
            <a:solidFill>
              <a:srgbClr val="7A1E1E"/>
            </a:solidFill>
            <a:prstDash val="solid"/>
          </a:ln>
        </p:spPr>
      </p:sp>
      <p:sp>
        <p:nvSpPr>
          <p:cNvPr id="42" name="Shape 14">
            <a:extLst>
              <a:ext uri="{FF2B5EF4-FFF2-40B4-BE49-F238E27FC236}">
                <a16:creationId xmlns:a16="http://schemas.microsoft.com/office/drawing/2014/main" id="{5507721E-7424-9F76-454F-EDA6064E6EAF}"/>
              </a:ext>
            </a:extLst>
          </p:cNvPr>
          <p:cNvSpPr/>
          <p:nvPr/>
        </p:nvSpPr>
        <p:spPr>
          <a:xfrm>
            <a:off x="4208370" y="4290239"/>
            <a:ext cx="3775259" cy="2321060"/>
          </a:xfrm>
          <a:prstGeom prst="roundRect">
            <a:avLst>
              <a:gd name="adj" fmla="val 1609"/>
            </a:avLst>
          </a:prstGeom>
          <a:solidFill>
            <a:srgbClr val="DFCFB0"/>
          </a:solidFill>
          <a:ln w="12700">
            <a:solidFill>
              <a:srgbClr val="7A1E1E"/>
            </a:solidFill>
            <a:prstDash val="solid"/>
          </a:ln>
        </p:spPr>
      </p:sp>
      <p:sp>
        <p:nvSpPr>
          <p:cNvPr id="44" name="Shape 16">
            <a:extLst>
              <a:ext uri="{FF2B5EF4-FFF2-40B4-BE49-F238E27FC236}">
                <a16:creationId xmlns:a16="http://schemas.microsoft.com/office/drawing/2014/main" id="{62CE9E82-CDBF-6446-925E-ECE768EAE845}"/>
              </a:ext>
            </a:extLst>
          </p:cNvPr>
          <p:cNvSpPr/>
          <p:nvPr/>
        </p:nvSpPr>
        <p:spPr>
          <a:xfrm>
            <a:off x="4276226" y="4648008"/>
            <a:ext cx="3639546" cy="0"/>
          </a:xfrm>
          <a:prstGeom prst="line">
            <a:avLst/>
          </a:prstGeom>
          <a:noFill/>
          <a:ln w="9525">
            <a:solidFill>
              <a:srgbClr val="7A1E1E"/>
            </a:solidFill>
            <a:prstDash val="sysDot"/>
          </a:ln>
        </p:spPr>
      </p:sp>
      <p:sp>
        <p:nvSpPr>
          <p:cNvPr id="54" name="Shape 14">
            <a:extLst>
              <a:ext uri="{FF2B5EF4-FFF2-40B4-BE49-F238E27FC236}">
                <a16:creationId xmlns:a16="http://schemas.microsoft.com/office/drawing/2014/main" id="{04EE66B1-531E-D8A4-F65A-D9738BCDBFFF}"/>
              </a:ext>
            </a:extLst>
          </p:cNvPr>
          <p:cNvSpPr/>
          <p:nvPr/>
        </p:nvSpPr>
        <p:spPr>
          <a:xfrm>
            <a:off x="8136029" y="4290239"/>
            <a:ext cx="3775259" cy="2321060"/>
          </a:xfrm>
          <a:prstGeom prst="roundRect">
            <a:avLst>
              <a:gd name="adj" fmla="val 1609"/>
            </a:avLst>
          </a:prstGeom>
          <a:solidFill>
            <a:srgbClr val="DFCFB0"/>
          </a:solidFill>
          <a:ln w="12700">
            <a:solidFill>
              <a:srgbClr val="7A1E1E"/>
            </a:solidFill>
            <a:prstDash val="solid"/>
          </a:ln>
        </p:spPr>
      </p:sp>
      <p:sp>
        <p:nvSpPr>
          <p:cNvPr id="56" name="Shape 16">
            <a:extLst>
              <a:ext uri="{FF2B5EF4-FFF2-40B4-BE49-F238E27FC236}">
                <a16:creationId xmlns:a16="http://schemas.microsoft.com/office/drawing/2014/main" id="{3B7C962C-F80F-3395-82FF-E419DA3AFBBA}"/>
              </a:ext>
            </a:extLst>
          </p:cNvPr>
          <p:cNvSpPr/>
          <p:nvPr/>
        </p:nvSpPr>
        <p:spPr>
          <a:xfrm>
            <a:off x="8203885" y="4648008"/>
            <a:ext cx="3639546" cy="0"/>
          </a:xfrm>
          <a:prstGeom prst="line">
            <a:avLst/>
          </a:prstGeom>
          <a:noFill/>
          <a:ln w="9525">
            <a:solidFill>
              <a:srgbClr val="7A1E1E"/>
            </a:solidFill>
            <a:prstDash val="sysDot"/>
          </a:ln>
        </p:spPr>
      </p:sp>
      <p:sp>
        <p:nvSpPr>
          <p:cNvPr id="60" name="Text 15">
            <a:extLst>
              <a:ext uri="{FF2B5EF4-FFF2-40B4-BE49-F238E27FC236}">
                <a16:creationId xmlns:a16="http://schemas.microsoft.com/office/drawing/2014/main" id="{EB952A7F-D344-29ED-4D14-5DC1FEB8026C}"/>
              </a:ext>
            </a:extLst>
          </p:cNvPr>
          <p:cNvSpPr txBox="1"/>
          <p:nvPr/>
        </p:nvSpPr>
        <p:spPr>
          <a:xfrm>
            <a:off x="1117808" y="1492107"/>
            <a:ext cx="1196184" cy="310896"/>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DAY 1- DAY3</a:t>
            </a:r>
            <a:endParaRPr lang="en-US" sz="1250" dirty="0"/>
          </a:p>
        </p:txBody>
      </p:sp>
      <p:sp>
        <p:nvSpPr>
          <p:cNvPr id="62" name="Shape 16">
            <a:extLst>
              <a:ext uri="{FF2B5EF4-FFF2-40B4-BE49-F238E27FC236}">
                <a16:creationId xmlns:a16="http://schemas.microsoft.com/office/drawing/2014/main" id="{83F5BA70-A382-F5A1-6EAE-86040EEE3857}"/>
              </a:ext>
            </a:extLst>
          </p:cNvPr>
          <p:cNvSpPr/>
          <p:nvPr/>
        </p:nvSpPr>
        <p:spPr>
          <a:xfrm flipV="1">
            <a:off x="493527" y="1803003"/>
            <a:ext cx="2347645" cy="0"/>
          </a:xfrm>
          <a:prstGeom prst="line">
            <a:avLst/>
          </a:prstGeom>
          <a:noFill/>
          <a:ln w="9525">
            <a:solidFill>
              <a:srgbClr val="7A1E1E"/>
            </a:solidFill>
            <a:prstDash val="sysDot"/>
          </a:ln>
        </p:spPr>
      </p:sp>
      <p:sp>
        <p:nvSpPr>
          <p:cNvPr id="64" name="Text 15">
            <a:extLst>
              <a:ext uri="{FF2B5EF4-FFF2-40B4-BE49-F238E27FC236}">
                <a16:creationId xmlns:a16="http://schemas.microsoft.com/office/drawing/2014/main" id="{CA3D194B-E56C-AC67-0A83-BF2869BD6924}"/>
              </a:ext>
            </a:extLst>
          </p:cNvPr>
          <p:cNvSpPr txBox="1"/>
          <p:nvPr/>
        </p:nvSpPr>
        <p:spPr>
          <a:xfrm>
            <a:off x="3851880" y="1514972"/>
            <a:ext cx="2376040" cy="310896"/>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DAY 4 - DAY 7</a:t>
            </a:r>
            <a:endParaRPr lang="en-US" sz="1250" dirty="0"/>
          </a:p>
        </p:txBody>
      </p:sp>
      <p:sp>
        <p:nvSpPr>
          <p:cNvPr id="66" name="Shape 16">
            <a:extLst>
              <a:ext uri="{FF2B5EF4-FFF2-40B4-BE49-F238E27FC236}">
                <a16:creationId xmlns:a16="http://schemas.microsoft.com/office/drawing/2014/main" id="{95215A23-2D31-57DD-0DA7-93EDC125FAC9}"/>
              </a:ext>
            </a:extLst>
          </p:cNvPr>
          <p:cNvSpPr/>
          <p:nvPr/>
        </p:nvSpPr>
        <p:spPr>
          <a:xfrm flipV="1">
            <a:off x="3335663" y="1803003"/>
            <a:ext cx="2347645" cy="0"/>
          </a:xfrm>
          <a:prstGeom prst="line">
            <a:avLst/>
          </a:prstGeom>
          <a:noFill/>
          <a:ln w="9525">
            <a:solidFill>
              <a:srgbClr val="7A1E1E"/>
            </a:solidFill>
            <a:prstDash val="sysDot"/>
          </a:ln>
        </p:spPr>
      </p:sp>
      <p:sp>
        <p:nvSpPr>
          <p:cNvPr id="68" name="Text 15">
            <a:extLst>
              <a:ext uri="{FF2B5EF4-FFF2-40B4-BE49-F238E27FC236}">
                <a16:creationId xmlns:a16="http://schemas.microsoft.com/office/drawing/2014/main" id="{73E35986-4DEB-211D-4BE6-4F28FCCFBAF9}"/>
              </a:ext>
            </a:extLst>
          </p:cNvPr>
          <p:cNvSpPr txBox="1"/>
          <p:nvPr/>
        </p:nvSpPr>
        <p:spPr>
          <a:xfrm>
            <a:off x="6714877" y="1492107"/>
            <a:ext cx="2376040" cy="310896"/>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DAY8 – DAY10</a:t>
            </a:r>
            <a:endParaRPr lang="en-US" sz="1250" dirty="0"/>
          </a:p>
        </p:txBody>
      </p:sp>
      <p:sp>
        <p:nvSpPr>
          <p:cNvPr id="70" name="Shape 16">
            <a:extLst>
              <a:ext uri="{FF2B5EF4-FFF2-40B4-BE49-F238E27FC236}">
                <a16:creationId xmlns:a16="http://schemas.microsoft.com/office/drawing/2014/main" id="{17F87475-99EA-A378-353C-35F9A7D46A54}"/>
              </a:ext>
            </a:extLst>
          </p:cNvPr>
          <p:cNvSpPr/>
          <p:nvPr/>
        </p:nvSpPr>
        <p:spPr>
          <a:xfrm flipV="1">
            <a:off x="6095440" y="1803003"/>
            <a:ext cx="2347645" cy="0"/>
          </a:xfrm>
          <a:prstGeom prst="line">
            <a:avLst/>
          </a:prstGeom>
          <a:noFill/>
          <a:ln w="9525">
            <a:solidFill>
              <a:srgbClr val="7A1E1E"/>
            </a:solidFill>
            <a:prstDash val="sysDot"/>
          </a:ln>
        </p:spPr>
      </p:sp>
      <p:sp>
        <p:nvSpPr>
          <p:cNvPr id="72" name="Text 15">
            <a:extLst>
              <a:ext uri="{FF2B5EF4-FFF2-40B4-BE49-F238E27FC236}">
                <a16:creationId xmlns:a16="http://schemas.microsoft.com/office/drawing/2014/main" id="{343AB0CA-E11A-9DC9-23E2-38EEDC6F3DFE}"/>
              </a:ext>
            </a:extLst>
          </p:cNvPr>
          <p:cNvSpPr txBox="1"/>
          <p:nvPr/>
        </p:nvSpPr>
        <p:spPr>
          <a:xfrm>
            <a:off x="9553054" y="1503102"/>
            <a:ext cx="1324744" cy="310896"/>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DAY11-DAY14</a:t>
            </a:r>
            <a:endParaRPr lang="en-US" sz="1250" b="1" dirty="0"/>
          </a:p>
        </p:txBody>
      </p:sp>
      <p:sp>
        <p:nvSpPr>
          <p:cNvPr id="74" name="Shape 16">
            <a:extLst>
              <a:ext uri="{FF2B5EF4-FFF2-40B4-BE49-F238E27FC236}">
                <a16:creationId xmlns:a16="http://schemas.microsoft.com/office/drawing/2014/main" id="{8959FA5A-D1AE-823F-3072-8772E4A4805A}"/>
              </a:ext>
            </a:extLst>
          </p:cNvPr>
          <p:cNvSpPr/>
          <p:nvPr/>
        </p:nvSpPr>
        <p:spPr>
          <a:xfrm flipV="1">
            <a:off x="9043479" y="1805322"/>
            <a:ext cx="2347645" cy="0"/>
          </a:xfrm>
          <a:prstGeom prst="line">
            <a:avLst/>
          </a:prstGeom>
          <a:noFill/>
          <a:ln w="9525">
            <a:solidFill>
              <a:srgbClr val="7A1E1E"/>
            </a:solidFill>
            <a:prstDash val="sysDot"/>
          </a:ln>
        </p:spPr>
      </p:sp>
      <p:sp>
        <p:nvSpPr>
          <p:cNvPr id="76" name="Text 15">
            <a:extLst>
              <a:ext uri="{FF2B5EF4-FFF2-40B4-BE49-F238E27FC236}">
                <a16:creationId xmlns:a16="http://schemas.microsoft.com/office/drawing/2014/main" id="{CD0258D2-90C8-6CD2-C741-1A36AFF3E941}"/>
              </a:ext>
            </a:extLst>
          </p:cNvPr>
          <p:cNvSpPr txBox="1"/>
          <p:nvPr/>
        </p:nvSpPr>
        <p:spPr>
          <a:xfrm>
            <a:off x="1390362" y="4349859"/>
            <a:ext cx="1324744" cy="310896"/>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DAY15-DAY17</a:t>
            </a:r>
            <a:endParaRPr lang="en-US" sz="1250" dirty="0"/>
          </a:p>
        </p:txBody>
      </p:sp>
      <p:sp>
        <p:nvSpPr>
          <p:cNvPr id="78" name="Text 15">
            <a:extLst>
              <a:ext uri="{FF2B5EF4-FFF2-40B4-BE49-F238E27FC236}">
                <a16:creationId xmlns:a16="http://schemas.microsoft.com/office/drawing/2014/main" id="{1FE0D067-CCE3-35FB-E8BF-BEDDF9DC5794}"/>
              </a:ext>
            </a:extLst>
          </p:cNvPr>
          <p:cNvSpPr txBox="1"/>
          <p:nvPr/>
        </p:nvSpPr>
        <p:spPr>
          <a:xfrm>
            <a:off x="5433068" y="4332652"/>
            <a:ext cx="1324744" cy="310896"/>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DAY18-DAY21</a:t>
            </a:r>
            <a:endParaRPr lang="en-US" sz="1250" dirty="0"/>
          </a:p>
        </p:txBody>
      </p:sp>
      <p:sp>
        <p:nvSpPr>
          <p:cNvPr id="80" name="Text 15">
            <a:extLst>
              <a:ext uri="{FF2B5EF4-FFF2-40B4-BE49-F238E27FC236}">
                <a16:creationId xmlns:a16="http://schemas.microsoft.com/office/drawing/2014/main" id="{751AD392-B158-EA26-1CF2-E11654954BAC}"/>
              </a:ext>
            </a:extLst>
          </p:cNvPr>
          <p:cNvSpPr txBox="1"/>
          <p:nvPr/>
        </p:nvSpPr>
        <p:spPr>
          <a:xfrm>
            <a:off x="9361286" y="4309035"/>
            <a:ext cx="1324744" cy="310896"/>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DAY22-DAY28</a:t>
            </a:r>
            <a:endParaRPr lang="en-US" sz="1250" dirty="0"/>
          </a:p>
        </p:txBody>
      </p:sp>
      <p:sp>
        <p:nvSpPr>
          <p:cNvPr id="81" name="TextBox 80">
            <a:extLst>
              <a:ext uri="{FF2B5EF4-FFF2-40B4-BE49-F238E27FC236}">
                <a16:creationId xmlns:a16="http://schemas.microsoft.com/office/drawing/2014/main" id="{DA02B02C-1862-6391-9D96-32D8C7C305E5}"/>
              </a:ext>
            </a:extLst>
          </p:cNvPr>
          <p:cNvSpPr txBox="1"/>
          <p:nvPr/>
        </p:nvSpPr>
        <p:spPr>
          <a:xfrm>
            <a:off x="594359" y="1922106"/>
            <a:ext cx="2347645" cy="246221"/>
          </a:xfrm>
          <a:prstGeom prst="rect">
            <a:avLst/>
          </a:prstGeom>
          <a:noFill/>
        </p:spPr>
        <p:txBody>
          <a:bodyPr wrap="square" rtlCol="0">
            <a:spAutoFit/>
          </a:bodyPr>
          <a:lstStyle/>
          <a:p>
            <a:r>
              <a:rPr lang="en-IN" sz="1000" b="1" i="1" dirty="0">
                <a:cs typeface="Arial" panose="020B0604020202020204" pitchFamily="34" charset="0"/>
              </a:rPr>
              <a:t>UI FOUNDATION AND CORE MODULE</a:t>
            </a:r>
          </a:p>
        </p:txBody>
      </p:sp>
      <p:sp>
        <p:nvSpPr>
          <p:cNvPr id="83" name="TextBox 82">
            <a:extLst>
              <a:ext uri="{FF2B5EF4-FFF2-40B4-BE49-F238E27FC236}">
                <a16:creationId xmlns:a16="http://schemas.microsoft.com/office/drawing/2014/main" id="{931A1EEB-CB22-0EF6-35CC-A2BEF0D72D5A}"/>
              </a:ext>
            </a:extLst>
          </p:cNvPr>
          <p:cNvSpPr txBox="1"/>
          <p:nvPr/>
        </p:nvSpPr>
        <p:spPr>
          <a:xfrm>
            <a:off x="3312322" y="1897454"/>
            <a:ext cx="2434442" cy="246221"/>
          </a:xfrm>
          <a:prstGeom prst="rect">
            <a:avLst/>
          </a:prstGeom>
          <a:noFill/>
        </p:spPr>
        <p:txBody>
          <a:bodyPr wrap="square" rtlCol="0">
            <a:spAutoFit/>
          </a:bodyPr>
          <a:lstStyle/>
          <a:p>
            <a:r>
              <a:rPr lang="en-IN" sz="1000" b="1" i="1" dirty="0">
                <a:cs typeface="Arial" panose="020B0604020202020204" pitchFamily="34" charset="0"/>
              </a:rPr>
              <a:t>COMPLETE FEATURE UI </a:t>
            </a:r>
          </a:p>
        </p:txBody>
      </p:sp>
      <p:sp>
        <p:nvSpPr>
          <p:cNvPr id="85" name="TextBox 84">
            <a:extLst>
              <a:ext uri="{FF2B5EF4-FFF2-40B4-BE49-F238E27FC236}">
                <a16:creationId xmlns:a16="http://schemas.microsoft.com/office/drawing/2014/main" id="{8811F53E-C663-7F66-F50A-06733BAAE500}"/>
              </a:ext>
            </a:extLst>
          </p:cNvPr>
          <p:cNvSpPr txBox="1"/>
          <p:nvPr/>
        </p:nvSpPr>
        <p:spPr>
          <a:xfrm>
            <a:off x="6322338" y="1890979"/>
            <a:ext cx="2287057" cy="400110"/>
          </a:xfrm>
          <a:prstGeom prst="rect">
            <a:avLst/>
          </a:prstGeom>
          <a:noFill/>
        </p:spPr>
        <p:txBody>
          <a:bodyPr wrap="square" rtlCol="0">
            <a:spAutoFit/>
          </a:bodyPr>
          <a:lstStyle/>
          <a:p>
            <a:r>
              <a:rPr lang="en-IN" sz="1000" b="1" i="1" dirty="0">
                <a:cs typeface="Arial" panose="020B0604020202020204" pitchFamily="34" charset="0"/>
              </a:rPr>
              <a:t> </a:t>
            </a:r>
            <a:r>
              <a:rPr lang="en-IN" sz="1000" b="1" i="1" dirty="0"/>
              <a:t>DATABASE, AUTHENTICATION &amp; CORE APIs</a:t>
            </a:r>
            <a:endParaRPr lang="en-IN" sz="1000" b="1" i="1" dirty="0">
              <a:cs typeface="Arial" panose="020B0604020202020204" pitchFamily="34" charset="0"/>
            </a:endParaRPr>
          </a:p>
        </p:txBody>
      </p:sp>
      <p:sp>
        <p:nvSpPr>
          <p:cNvPr id="87" name="TextBox 86">
            <a:extLst>
              <a:ext uri="{FF2B5EF4-FFF2-40B4-BE49-F238E27FC236}">
                <a16:creationId xmlns:a16="http://schemas.microsoft.com/office/drawing/2014/main" id="{32797C8D-A2A8-BCDC-DF1C-DED076D9541A}"/>
              </a:ext>
            </a:extLst>
          </p:cNvPr>
          <p:cNvSpPr txBox="1"/>
          <p:nvPr/>
        </p:nvSpPr>
        <p:spPr>
          <a:xfrm>
            <a:off x="9223452" y="1863846"/>
            <a:ext cx="2371140" cy="246221"/>
          </a:xfrm>
          <a:prstGeom prst="rect">
            <a:avLst/>
          </a:prstGeom>
          <a:noFill/>
        </p:spPr>
        <p:txBody>
          <a:bodyPr wrap="square" rtlCol="0">
            <a:spAutoFit/>
          </a:bodyPr>
          <a:lstStyle/>
          <a:p>
            <a:r>
              <a:rPr lang="en-IN" sz="1000" b="1" i="1" dirty="0"/>
              <a:t>FEATURE APIs &amp; SYSTEM INTEGRATION</a:t>
            </a:r>
            <a:endParaRPr lang="en-IN" sz="1000" b="1" i="1" dirty="0">
              <a:cs typeface="Arial" panose="020B0604020202020204" pitchFamily="34" charset="0"/>
            </a:endParaRPr>
          </a:p>
        </p:txBody>
      </p:sp>
      <p:sp>
        <p:nvSpPr>
          <p:cNvPr id="89" name="TextBox 88">
            <a:extLst>
              <a:ext uri="{FF2B5EF4-FFF2-40B4-BE49-F238E27FC236}">
                <a16:creationId xmlns:a16="http://schemas.microsoft.com/office/drawing/2014/main" id="{E1CEC1B9-DCAF-ED5D-D5C2-289EB43B3AAE}"/>
              </a:ext>
            </a:extLst>
          </p:cNvPr>
          <p:cNvSpPr txBox="1"/>
          <p:nvPr/>
        </p:nvSpPr>
        <p:spPr>
          <a:xfrm>
            <a:off x="494437" y="4707249"/>
            <a:ext cx="2957889" cy="246221"/>
          </a:xfrm>
          <a:prstGeom prst="rect">
            <a:avLst/>
          </a:prstGeom>
          <a:noFill/>
        </p:spPr>
        <p:txBody>
          <a:bodyPr wrap="square" rtlCol="0">
            <a:spAutoFit/>
          </a:bodyPr>
          <a:lstStyle/>
          <a:p>
            <a:r>
              <a:rPr lang="en-IN" sz="1000" b="1" i="1" dirty="0"/>
              <a:t>DATA COLLECTION &amp; VERIFICATION</a:t>
            </a:r>
            <a:endParaRPr lang="en-IN" sz="1000" b="1" i="1" dirty="0">
              <a:cs typeface="Arial" panose="020B0604020202020204" pitchFamily="34" charset="0"/>
            </a:endParaRPr>
          </a:p>
        </p:txBody>
      </p:sp>
      <p:sp>
        <p:nvSpPr>
          <p:cNvPr id="91" name="TextBox 90">
            <a:extLst>
              <a:ext uri="{FF2B5EF4-FFF2-40B4-BE49-F238E27FC236}">
                <a16:creationId xmlns:a16="http://schemas.microsoft.com/office/drawing/2014/main" id="{19C0CC68-C549-24F9-8514-484B7A67DD46}"/>
              </a:ext>
            </a:extLst>
          </p:cNvPr>
          <p:cNvSpPr txBox="1"/>
          <p:nvPr/>
        </p:nvSpPr>
        <p:spPr>
          <a:xfrm>
            <a:off x="4622371" y="4705262"/>
            <a:ext cx="2711489" cy="246221"/>
          </a:xfrm>
          <a:prstGeom prst="rect">
            <a:avLst/>
          </a:prstGeom>
          <a:noFill/>
        </p:spPr>
        <p:txBody>
          <a:bodyPr wrap="square" rtlCol="0">
            <a:spAutoFit/>
          </a:bodyPr>
          <a:lstStyle/>
          <a:p>
            <a:r>
              <a:rPr lang="en-IN" sz="1000" b="1" i="1" dirty="0"/>
              <a:t>RAG, NOTIFICATIONS &amp; FINAL DEPLOYMENT</a:t>
            </a:r>
            <a:endParaRPr lang="en-IN" sz="1000" b="1" i="1" dirty="0">
              <a:cs typeface="Arial" panose="020B0604020202020204" pitchFamily="34" charset="0"/>
            </a:endParaRPr>
          </a:p>
        </p:txBody>
      </p:sp>
      <p:sp>
        <p:nvSpPr>
          <p:cNvPr id="93" name="TextBox 92">
            <a:extLst>
              <a:ext uri="{FF2B5EF4-FFF2-40B4-BE49-F238E27FC236}">
                <a16:creationId xmlns:a16="http://schemas.microsoft.com/office/drawing/2014/main" id="{2D058F67-E3C9-92F6-00AD-9A10249D6026}"/>
              </a:ext>
            </a:extLst>
          </p:cNvPr>
          <p:cNvSpPr txBox="1"/>
          <p:nvPr/>
        </p:nvSpPr>
        <p:spPr>
          <a:xfrm>
            <a:off x="8400244" y="4684616"/>
            <a:ext cx="2943954" cy="246221"/>
          </a:xfrm>
          <a:prstGeom prst="rect">
            <a:avLst/>
          </a:prstGeom>
          <a:noFill/>
        </p:spPr>
        <p:txBody>
          <a:bodyPr wrap="square" rtlCol="0">
            <a:spAutoFit/>
          </a:bodyPr>
          <a:lstStyle/>
          <a:p>
            <a:r>
              <a:rPr lang="en-IN" sz="1000" b="1" i="1" dirty="0">
                <a:cs typeface="Arial" panose="020B0604020202020204" pitchFamily="34" charset="0"/>
              </a:rPr>
              <a:t>REACH TO USERS</a:t>
            </a:r>
          </a:p>
        </p:txBody>
      </p:sp>
      <p:sp>
        <p:nvSpPr>
          <p:cNvPr id="94" name="TextBox 93">
            <a:extLst>
              <a:ext uri="{FF2B5EF4-FFF2-40B4-BE49-F238E27FC236}">
                <a16:creationId xmlns:a16="http://schemas.microsoft.com/office/drawing/2014/main" id="{E23B885A-425E-008D-7F4F-72B609E144A9}"/>
              </a:ext>
            </a:extLst>
          </p:cNvPr>
          <p:cNvSpPr txBox="1"/>
          <p:nvPr/>
        </p:nvSpPr>
        <p:spPr>
          <a:xfrm>
            <a:off x="569665" y="2221980"/>
            <a:ext cx="2354725" cy="1969770"/>
          </a:xfrm>
          <a:prstGeom prst="rect">
            <a:avLst/>
          </a:prstGeom>
          <a:noFill/>
        </p:spPr>
        <p:txBody>
          <a:bodyPr wrap="square" rtlCol="0">
            <a:spAutoFit/>
          </a:bodyPr>
          <a:lstStyle/>
          <a:p>
            <a:pPr lvl="0"/>
            <a:r>
              <a:rPr lang="en-IN" sz="1000" dirty="0"/>
              <a:t>Set up </a:t>
            </a:r>
            <a:r>
              <a:rPr lang="en-IN" sz="1000" b="1" dirty="0"/>
              <a:t>Next.js PWA</a:t>
            </a:r>
            <a:r>
              <a:rPr lang="en-IN" sz="1000" dirty="0"/>
              <a:t> architecture and responsive design system. </a:t>
            </a:r>
          </a:p>
          <a:p>
            <a:pPr lvl="0"/>
            <a:endParaRPr lang="en-IN" sz="300" dirty="0"/>
          </a:p>
          <a:p>
            <a:pPr lvl="0"/>
            <a:r>
              <a:rPr lang="en-IN" sz="1000" dirty="0"/>
              <a:t>Build </a:t>
            </a:r>
            <a:r>
              <a:rPr lang="en-IN" sz="1000" b="1" dirty="0"/>
              <a:t>Login/Register, Dashboard and Profile</a:t>
            </a:r>
            <a:r>
              <a:rPr lang="en-IN" sz="1000" dirty="0"/>
              <a:t> interfaces. </a:t>
            </a:r>
          </a:p>
          <a:p>
            <a:pPr lvl="0"/>
            <a:endParaRPr lang="en-IN" sz="300" dirty="0"/>
          </a:p>
          <a:p>
            <a:pPr lvl="0"/>
            <a:r>
              <a:rPr lang="en-IN" sz="1000" dirty="0"/>
              <a:t>Develop </a:t>
            </a:r>
            <a:r>
              <a:rPr lang="en-IN" sz="1000" b="1" dirty="0"/>
              <a:t>Campus Vault</a:t>
            </a:r>
            <a:r>
              <a:rPr lang="en-IN" sz="1000" dirty="0"/>
              <a:t> UI for Notes, PYQs, Books/PDFs and Exam Schedule.</a:t>
            </a:r>
          </a:p>
          <a:p>
            <a:pPr lvl="0"/>
            <a:endParaRPr lang="en-IN" sz="300" dirty="0"/>
          </a:p>
          <a:p>
            <a:pPr lvl="0"/>
            <a:r>
              <a:rPr lang="en-IN" sz="1000" dirty="0"/>
              <a:t>Create </a:t>
            </a:r>
            <a:r>
              <a:rPr lang="en-IN" sz="1000" b="1" dirty="0"/>
              <a:t>The Board</a:t>
            </a:r>
            <a:r>
              <a:rPr lang="en-IN" sz="1000" dirty="0"/>
              <a:t> for Notices and Lost &amp; Found. </a:t>
            </a:r>
          </a:p>
          <a:p>
            <a:pPr lvl="0"/>
            <a:endParaRPr lang="en-IN" sz="300" dirty="0"/>
          </a:p>
          <a:p>
            <a:pPr lvl="0"/>
            <a:r>
              <a:rPr lang="en-IN" sz="1000" dirty="0"/>
              <a:t>Build reusable cards, forms, search, filters and modal components.</a:t>
            </a:r>
          </a:p>
          <a:p>
            <a:endParaRPr lang="en-IN" sz="1000" dirty="0"/>
          </a:p>
        </p:txBody>
      </p:sp>
      <p:sp>
        <p:nvSpPr>
          <p:cNvPr id="96" name="TextBox 95">
            <a:extLst>
              <a:ext uri="{FF2B5EF4-FFF2-40B4-BE49-F238E27FC236}">
                <a16:creationId xmlns:a16="http://schemas.microsoft.com/office/drawing/2014/main" id="{7235C3B0-E9EB-B540-462E-D544CDD84B4C}"/>
              </a:ext>
            </a:extLst>
          </p:cNvPr>
          <p:cNvSpPr txBox="1"/>
          <p:nvPr/>
        </p:nvSpPr>
        <p:spPr>
          <a:xfrm>
            <a:off x="3244896" y="2143675"/>
            <a:ext cx="2671534" cy="2246769"/>
          </a:xfrm>
          <a:prstGeom prst="rect">
            <a:avLst/>
          </a:prstGeom>
          <a:noFill/>
        </p:spPr>
        <p:txBody>
          <a:bodyPr wrap="square" rtlCol="0">
            <a:spAutoFit/>
          </a:bodyPr>
          <a:lstStyle/>
          <a:p>
            <a:pPr lvl="0"/>
            <a:r>
              <a:rPr lang="en-IN" sz="1000" dirty="0"/>
              <a:t>Develop </a:t>
            </a:r>
            <a:r>
              <a:rPr lang="en-IN" sz="1000" b="1" dirty="0"/>
              <a:t>Marketplace</a:t>
            </a:r>
            <a:r>
              <a:rPr lang="en-IN" sz="1000" dirty="0"/>
              <a:t> for old books/instruments and in-app seller messaging. </a:t>
            </a:r>
          </a:p>
          <a:p>
            <a:pPr lvl="0"/>
            <a:r>
              <a:rPr lang="en-IN" sz="1000" dirty="0"/>
              <a:t>Build </a:t>
            </a:r>
            <a:r>
              <a:rPr lang="en-IN" sz="1000" b="1" dirty="0"/>
              <a:t>Jobs &amp; Internship</a:t>
            </a:r>
            <a:r>
              <a:rPr lang="en-IN" sz="1000" dirty="0"/>
              <a:t> listing and application interface. </a:t>
            </a:r>
          </a:p>
          <a:p>
            <a:pPr lvl="0"/>
            <a:r>
              <a:rPr lang="en-IN" sz="1000" dirty="0"/>
              <a:t>Create </a:t>
            </a:r>
            <a:r>
              <a:rPr lang="en-IN" sz="1000" b="1" dirty="0"/>
              <a:t>Communities</a:t>
            </a:r>
            <a:r>
              <a:rPr lang="en-IN" sz="1000" dirty="0"/>
              <a:t> for batch, department, clubs and groups. </a:t>
            </a:r>
          </a:p>
          <a:p>
            <a:pPr lvl="0"/>
            <a:r>
              <a:rPr lang="en-IN" sz="1000" dirty="0"/>
              <a:t>Develop </a:t>
            </a:r>
            <a:r>
              <a:rPr lang="en-IN" sz="1000" b="1" dirty="0"/>
              <a:t>Events Calendar</a:t>
            </a:r>
            <a:r>
              <a:rPr lang="en-IN" sz="1000" dirty="0"/>
              <a:t> and event-details interface. </a:t>
            </a:r>
          </a:p>
          <a:p>
            <a:pPr lvl="0"/>
            <a:r>
              <a:rPr lang="en-IN" sz="1000" dirty="0"/>
              <a:t>Build </a:t>
            </a:r>
            <a:r>
              <a:rPr lang="en-IN" sz="1000" b="1" dirty="0"/>
              <a:t>Notifications, DM, Message Requests and AI Study Hub</a:t>
            </a:r>
            <a:r>
              <a:rPr lang="en-IN" sz="1000" dirty="0"/>
              <a:t> UI. </a:t>
            </a:r>
          </a:p>
          <a:p>
            <a:pPr lvl="0"/>
            <a:r>
              <a:rPr lang="en-IN" sz="1000" dirty="0"/>
              <a:t>Complete </a:t>
            </a:r>
            <a:r>
              <a:rPr lang="en-IN" sz="1000" b="1" dirty="0"/>
              <a:t>Admin Dashboard</a:t>
            </a:r>
            <a:r>
              <a:rPr lang="en-IN" sz="1000" dirty="0"/>
              <a:t> and connect all pages using mock data.</a:t>
            </a:r>
          </a:p>
          <a:p>
            <a:pPr lvl="0"/>
            <a:r>
              <a:rPr lang="en-IN" sz="1000" dirty="0"/>
              <a:t>.</a:t>
            </a:r>
          </a:p>
          <a:p>
            <a:endParaRPr lang="en-IN" sz="1000" dirty="0"/>
          </a:p>
        </p:txBody>
      </p:sp>
      <p:sp>
        <p:nvSpPr>
          <p:cNvPr id="98" name="TextBox 97">
            <a:extLst>
              <a:ext uri="{FF2B5EF4-FFF2-40B4-BE49-F238E27FC236}">
                <a16:creationId xmlns:a16="http://schemas.microsoft.com/office/drawing/2014/main" id="{B8451756-AF5C-75BC-06B0-0E5EF753ECEC}"/>
              </a:ext>
            </a:extLst>
          </p:cNvPr>
          <p:cNvSpPr txBox="1"/>
          <p:nvPr/>
        </p:nvSpPr>
        <p:spPr>
          <a:xfrm>
            <a:off x="6179912" y="2244311"/>
            <a:ext cx="2513794" cy="1631216"/>
          </a:xfrm>
          <a:prstGeom prst="rect">
            <a:avLst/>
          </a:prstGeom>
          <a:noFill/>
        </p:spPr>
        <p:txBody>
          <a:bodyPr wrap="square" rtlCol="0">
            <a:spAutoFit/>
          </a:bodyPr>
          <a:lstStyle/>
          <a:p>
            <a:pPr lvl="0"/>
            <a:r>
              <a:rPr lang="en-IN" sz="1000" dirty="0"/>
              <a:t>Design database schema for users, profiles, departments, batches and communities. </a:t>
            </a:r>
          </a:p>
          <a:p>
            <a:pPr lvl="0"/>
            <a:r>
              <a:rPr lang="en-IN" sz="1000" dirty="0"/>
              <a:t>Implement </a:t>
            </a:r>
            <a:r>
              <a:rPr lang="en-IN" sz="1000" b="1" dirty="0"/>
              <a:t>authentication and role-based authorization</a:t>
            </a:r>
            <a:r>
              <a:rPr lang="en-IN" sz="1000" dirty="0"/>
              <a:t>. </a:t>
            </a:r>
          </a:p>
          <a:p>
            <a:pPr lvl="0"/>
            <a:r>
              <a:rPr lang="en-IN" sz="1000" dirty="0"/>
              <a:t>Develop APIs for Campus Vault, Board and Communities. </a:t>
            </a:r>
          </a:p>
          <a:p>
            <a:pPr lvl="0"/>
            <a:r>
              <a:rPr lang="en-IN" sz="1000" dirty="0"/>
              <a:t>Configure secure file/object storage. </a:t>
            </a:r>
          </a:p>
          <a:p>
            <a:pPr lvl="0"/>
            <a:r>
              <a:rPr lang="en-IN" sz="1000" dirty="0"/>
              <a:t>Implement document metadata, categorization and access control.</a:t>
            </a:r>
          </a:p>
          <a:p>
            <a:endParaRPr lang="en-IN" sz="1000" dirty="0"/>
          </a:p>
        </p:txBody>
      </p:sp>
      <p:sp>
        <p:nvSpPr>
          <p:cNvPr id="100" name="TextBox 99">
            <a:extLst>
              <a:ext uri="{FF2B5EF4-FFF2-40B4-BE49-F238E27FC236}">
                <a16:creationId xmlns:a16="http://schemas.microsoft.com/office/drawing/2014/main" id="{0C5625E4-B018-7CA8-3D3A-CAA876064463}"/>
              </a:ext>
            </a:extLst>
          </p:cNvPr>
          <p:cNvSpPr txBox="1"/>
          <p:nvPr/>
        </p:nvSpPr>
        <p:spPr>
          <a:xfrm>
            <a:off x="8988552" y="2110067"/>
            <a:ext cx="2672546" cy="2092881"/>
          </a:xfrm>
          <a:prstGeom prst="rect">
            <a:avLst/>
          </a:prstGeom>
          <a:noFill/>
        </p:spPr>
        <p:txBody>
          <a:bodyPr wrap="square" rtlCol="0">
            <a:spAutoFit/>
          </a:bodyPr>
          <a:lstStyle/>
          <a:p>
            <a:pPr lvl="0"/>
            <a:r>
              <a:rPr lang="en-IN" sz="1000" dirty="0"/>
              <a:t>Implement </a:t>
            </a:r>
            <a:r>
              <a:rPr lang="en-IN" sz="1000" b="1" dirty="0"/>
              <a:t>Marketplace and secure in-app messaging</a:t>
            </a:r>
            <a:r>
              <a:rPr lang="en-IN" sz="1000" dirty="0"/>
              <a:t>. </a:t>
            </a:r>
          </a:p>
          <a:p>
            <a:pPr lvl="0"/>
            <a:r>
              <a:rPr lang="en-IN" sz="1000" dirty="0"/>
              <a:t>Develop </a:t>
            </a:r>
            <a:r>
              <a:rPr lang="en-IN" sz="1000" b="1" dirty="0"/>
              <a:t>Jobs &amp; Internship APIs</a:t>
            </a:r>
            <a:r>
              <a:rPr lang="en-IN" sz="1000" dirty="0"/>
              <a:t> with eligibility and deadline filtering. </a:t>
            </a:r>
          </a:p>
          <a:p>
            <a:pPr lvl="0"/>
            <a:r>
              <a:rPr lang="en-IN" sz="1000" dirty="0"/>
              <a:t>Implement </a:t>
            </a:r>
            <a:r>
              <a:rPr lang="en-IN" sz="1000" b="1" dirty="0"/>
              <a:t>Events and Community APIs</a:t>
            </a:r>
            <a:r>
              <a:rPr lang="en-IN" sz="1000" dirty="0"/>
              <a:t>. </a:t>
            </a:r>
          </a:p>
          <a:p>
            <a:pPr lvl="0"/>
            <a:r>
              <a:rPr lang="en-IN" sz="1000" dirty="0"/>
              <a:t>Develop notification and message-request services. </a:t>
            </a:r>
          </a:p>
          <a:p>
            <a:pPr lvl="0"/>
            <a:r>
              <a:rPr lang="en-IN" sz="1000" dirty="0"/>
              <a:t>Add admin moderation and verification workflows. </a:t>
            </a:r>
          </a:p>
          <a:p>
            <a:pPr lvl="0"/>
            <a:r>
              <a:rPr lang="en-IN" sz="1000" dirty="0"/>
              <a:t>Connect backend APIs with the completed frontend. </a:t>
            </a:r>
          </a:p>
          <a:p>
            <a:pPr lvl="0"/>
            <a:r>
              <a:rPr lang="en-IN" sz="1000" dirty="0"/>
              <a:t>Perform API, security and integration testing.</a:t>
            </a:r>
          </a:p>
          <a:p>
            <a:endParaRPr lang="en-IN" sz="1000" dirty="0"/>
          </a:p>
        </p:txBody>
      </p:sp>
      <p:sp>
        <p:nvSpPr>
          <p:cNvPr id="102" name="TextBox 101">
            <a:extLst>
              <a:ext uri="{FF2B5EF4-FFF2-40B4-BE49-F238E27FC236}">
                <a16:creationId xmlns:a16="http://schemas.microsoft.com/office/drawing/2014/main" id="{4617E507-2692-D8DD-8264-1452BB58CCFD}"/>
              </a:ext>
            </a:extLst>
          </p:cNvPr>
          <p:cNvSpPr txBox="1"/>
          <p:nvPr/>
        </p:nvSpPr>
        <p:spPr>
          <a:xfrm>
            <a:off x="494436" y="5042510"/>
            <a:ext cx="3485365" cy="1785104"/>
          </a:xfrm>
          <a:prstGeom prst="rect">
            <a:avLst/>
          </a:prstGeom>
          <a:noFill/>
        </p:spPr>
        <p:txBody>
          <a:bodyPr wrap="square" rtlCol="0">
            <a:spAutoFit/>
          </a:bodyPr>
          <a:lstStyle/>
          <a:p>
            <a:pPr lvl="0"/>
            <a:r>
              <a:rPr lang="en-IN" sz="1000" dirty="0"/>
              <a:t>Collect </a:t>
            </a:r>
            <a:r>
              <a:rPr lang="en-IN" sz="1000" b="1" dirty="0"/>
              <a:t>syllabus, PYQs, notes, books/PDFs and academic documents</a:t>
            </a:r>
            <a:r>
              <a:rPr lang="en-IN" sz="1000" dirty="0"/>
              <a:t>. </a:t>
            </a:r>
          </a:p>
          <a:p>
            <a:pPr lvl="0"/>
            <a:r>
              <a:rPr lang="en-IN" sz="1000" dirty="0"/>
              <a:t>Collect structured data for </a:t>
            </a:r>
            <a:r>
              <a:rPr lang="en-IN" sz="1000" b="1" dirty="0"/>
              <a:t>events, jobs, notices and communities</a:t>
            </a:r>
            <a:r>
              <a:rPr lang="en-IN" sz="1000" dirty="0"/>
              <a:t>. </a:t>
            </a:r>
          </a:p>
          <a:p>
            <a:pPr lvl="0"/>
            <a:r>
              <a:rPr lang="en-IN" sz="1000" dirty="0"/>
              <a:t>Organize academic data by: Document </a:t>
            </a:r>
            <a:r>
              <a:rPr lang="en-IN" sz="1000" dirty="0">
                <a:sym typeface="Wingdings" panose="05000000000000000000" pitchFamily="2" charset="2"/>
              </a:rPr>
              <a:t> Semester  Subject  Subject Code</a:t>
            </a:r>
          </a:p>
          <a:p>
            <a:pPr lvl="0"/>
            <a:r>
              <a:rPr lang="en-IN" sz="1000" dirty="0"/>
              <a:t>Implement admin/CR verification. </a:t>
            </a:r>
          </a:p>
          <a:p>
            <a:pPr lvl="0"/>
            <a:r>
              <a:rPr lang="en-IN" sz="1000" dirty="0"/>
              <a:t>Perform duplicate detection and metadata tagging. </a:t>
            </a:r>
          </a:p>
          <a:p>
            <a:pPr lvl="0"/>
            <a:r>
              <a:rPr lang="en-IN" sz="1000" dirty="0"/>
              <a:t>Prepare approved documents for AI retrieval.</a:t>
            </a:r>
          </a:p>
          <a:p>
            <a:pPr lvl="0"/>
            <a:endParaRPr lang="en-IN" sz="1000" dirty="0"/>
          </a:p>
          <a:p>
            <a:endParaRPr lang="en-IN" sz="1000" dirty="0"/>
          </a:p>
        </p:txBody>
      </p:sp>
      <p:sp>
        <p:nvSpPr>
          <p:cNvPr id="104" name="TextBox 103">
            <a:extLst>
              <a:ext uri="{FF2B5EF4-FFF2-40B4-BE49-F238E27FC236}">
                <a16:creationId xmlns:a16="http://schemas.microsoft.com/office/drawing/2014/main" id="{CBFF10FF-0594-F9A1-7FE7-E91143AFF081}"/>
              </a:ext>
            </a:extLst>
          </p:cNvPr>
          <p:cNvSpPr txBox="1"/>
          <p:nvPr/>
        </p:nvSpPr>
        <p:spPr>
          <a:xfrm>
            <a:off x="4538072" y="4926041"/>
            <a:ext cx="3465850" cy="1785104"/>
          </a:xfrm>
          <a:prstGeom prst="rect">
            <a:avLst/>
          </a:prstGeom>
          <a:noFill/>
        </p:spPr>
        <p:txBody>
          <a:bodyPr wrap="square" rtlCol="0">
            <a:spAutoFit/>
          </a:bodyPr>
          <a:lstStyle/>
          <a:p>
            <a:pPr lvl="0"/>
            <a:r>
              <a:rPr lang="en-IN" sz="1000" dirty="0"/>
              <a:t>Process documents using </a:t>
            </a:r>
            <a:r>
              <a:rPr lang="en-IN" sz="1000" b="1" dirty="0"/>
              <a:t>text extraction → cleaning → chunking → embeddings</a:t>
            </a:r>
            <a:r>
              <a:rPr lang="en-IN" sz="1000" dirty="0"/>
              <a:t>. </a:t>
            </a:r>
          </a:p>
          <a:p>
            <a:pPr lvl="0"/>
            <a:r>
              <a:rPr lang="en-IN" sz="1000" dirty="0"/>
              <a:t>Build the </a:t>
            </a:r>
            <a:r>
              <a:rPr lang="en-IN" sz="1000" b="1" dirty="0"/>
              <a:t>AI Study Agent / RAG pipeline</a:t>
            </a:r>
            <a:r>
              <a:rPr lang="en-IN" sz="1000" dirty="0"/>
              <a:t>. </a:t>
            </a:r>
          </a:p>
          <a:p>
            <a:pPr lvl="0"/>
            <a:r>
              <a:rPr lang="en-IN" sz="1000" dirty="0"/>
              <a:t>Implement source-linked answers from verified campus documents. </a:t>
            </a:r>
          </a:p>
          <a:p>
            <a:pPr lvl="0"/>
            <a:r>
              <a:rPr lang="en-IN" sz="1000" dirty="0"/>
              <a:t>Integrate notifications and real-time updates. </a:t>
            </a:r>
          </a:p>
          <a:p>
            <a:pPr lvl="0"/>
            <a:r>
              <a:rPr lang="en-IN" sz="1000" dirty="0"/>
              <a:t>Connect AI, data and backend with the PWA. </a:t>
            </a:r>
          </a:p>
          <a:p>
            <a:pPr lvl="0"/>
            <a:r>
              <a:rPr lang="en-IN" sz="1000" dirty="0"/>
              <a:t>Conduct complete end-to-end testing. </a:t>
            </a:r>
          </a:p>
          <a:p>
            <a:pPr lvl="0"/>
            <a:r>
              <a:rPr lang="en-IN" sz="1000" dirty="0"/>
              <a:t>Optimize mobile responsiveness, performance and security. </a:t>
            </a:r>
          </a:p>
          <a:p>
            <a:pPr lvl="0"/>
            <a:r>
              <a:rPr lang="en-IN" sz="1000" dirty="0"/>
              <a:t>Prepare final demo and deployment build.</a:t>
            </a:r>
          </a:p>
          <a:p>
            <a:endParaRPr lang="en-IN" sz="1000" dirty="0"/>
          </a:p>
        </p:txBody>
      </p:sp>
      <p:sp>
        <p:nvSpPr>
          <p:cNvPr id="106" name="TextBox 105">
            <a:extLst>
              <a:ext uri="{FF2B5EF4-FFF2-40B4-BE49-F238E27FC236}">
                <a16:creationId xmlns:a16="http://schemas.microsoft.com/office/drawing/2014/main" id="{9AF845E2-605E-59A4-16DE-A664A33BBFC4}"/>
              </a:ext>
            </a:extLst>
          </p:cNvPr>
          <p:cNvSpPr txBox="1"/>
          <p:nvPr/>
        </p:nvSpPr>
        <p:spPr>
          <a:xfrm>
            <a:off x="8454940" y="4951483"/>
            <a:ext cx="3403957" cy="1308050"/>
          </a:xfrm>
          <a:prstGeom prst="rect">
            <a:avLst/>
          </a:prstGeom>
          <a:noFill/>
        </p:spPr>
        <p:txBody>
          <a:bodyPr wrap="square" rtlCol="0">
            <a:spAutoFit/>
          </a:bodyPr>
          <a:lstStyle/>
          <a:p>
            <a:r>
              <a:rPr lang="en-US" sz="1000" dirty="0">
                <a:solidFill>
                  <a:srgbClr val="1C1712"/>
                </a:solidFill>
                <a:latin typeface="Calibri" pitchFamily="34" charset="0"/>
                <a:ea typeface="Calibri" pitchFamily="34" charset="-122"/>
                <a:cs typeface="Calibri" pitchFamily="34" charset="-120"/>
              </a:rPr>
              <a:t>Final live product link </a:t>
            </a:r>
            <a:r>
              <a:rPr lang="en-IN" sz="1000" dirty="0">
                <a:solidFill>
                  <a:srgbClr val="1C1712"/>
                </a:solidFill>
                <a:latin typeface="Calibri" pitchFamily="34" charset="0"/>
                <a:ea typeface="Calibri" pitchFamily="34" charset="-122"/>
                <a:cs typeface="Calibri" pitchFamily="34" charset="-120"/>
              </a:rPr>
              <a:t>.</a:t>
            </a:r>
          </a:p>
          <a:p>
            <a:endParaRPr lang="en-IN" sz="300" dirty="0"/>
          </a:p>
          <a:p>
            <a:r>
              <a:rPr lang="en-IN" sz="1000" dirty="0"/>
              <a:t>Connect with all CRs from every department form my own college .</a:t>
            </a:r>
          </a:p>
          <a:p>
            <a:endParaRPr lang="en-IN" sz="300" dirty="0"/>
          </a:p>
          <a:p>
            <a:r>
              <a:rPr lang="en-IN" sz="1000" dirty="0"/>
              <a:t>Contact  colleges clubs to join their communities in my app.</a:t>
            </a:r>
          </a:p>
          <a:p>
            <a:endParaRPr lang="en-IN" sz="300" dirty="0"/>
          </a:p>
          <a:p>
            <a:r>
              <a:rPr lang="en-IN" sz="1000" dirty="0"/>
              <a:t>Reach Users  from other colleges With phone calls and social media</a:t>
            </a:r>
          </a:p>
          <a:p>
            <a:endParaRPr lang="en-IN" sz="1000" dirty="0"/>
          </a:p>
        </p:txBody>
      </p:sp>
      <p:sp>
        <p:nvSpPr>
          <p:cNvPr id="108" name="Shape 8">
            <a:extLst>
              <a:ext uri="{FF2B5EF4-FFF2-40B4-BE49-F238E27FC236}">
                <a16:creationId xmlns:a16="http://schemas.microsoft.com/office/drawing/2014/main" id="{CFA47D08-ADE0-22AF-9942-5120458B0E32}"/>
              </a:ext>
            </a:extLst>
          </p:cNvPr>
          <p:cNvSpPr/>
          <p:nvPr/>
        </p:nvSpPr>
        <p:spPr>
          <a:xfrm>
            <a:off x="493527" y="2344895"/>
            <a:ext cx="100584" cy="100584"/>
          </a:xfrm>
          <a:prstGeom prst="diamond">
            <a:avLst/>
          </a:prstGeom>
          <a:solidFill>
            <a:srgbClr val="7A1E1E"/>
          </a:solidFill>
          <a:ln/>
        </p:spPr>
      </p:sp>
      <p:sp>
        <p:nvSpPr>
          <p:cNvPr id="110" name="Shape 8">
            <a:extLst>
              <a:ext uri="{FF2B5EF4-FFF2-40B4-BE49-F238E27FC236}">
                <a16:creationId xmlns:a16="http://schemas.microsoft.com/office/drawing/2014/main" id="{B2A88932-BF18-77AD-D1FF-D0617A90C3A6}"/>
              </a:ext>
            </a:extLst>
          </p:cNvPr>
          <p:cNvSpPr/>
          <p:nvPr/>
        </p:nvSpPr>
        <p:spPr>
          <a:xfrm>
            <a:off x="496824" y="2635780"/>
            <a:ext cx="100584" cy="100584"/>
          </a:xfrm>
          <a:prstGeom prst="diamond">
            <a:avLst/>
          </a:prstGeom>
          <a:solidFill>
            <a:srgbClr val="7A1E1E"/>
          </a:solidFill>
          <a:ln/>
        </p:spPr>
      </p:sp>
      <p:sp>
        <p:nvSpPr>
          <p:cNvPr id="112" name="Shape 8">
            <a:extLst>
              <a:ext uri="{FF2B5EF4-FFF2-40B4-BE49-F238E27FC236}">
                <a16:creationId xmlns:a16="http://schemas.microsoft.com/office/drawing/2014/main" id="{98780049-F7E3-9835-1BE1-EB099B2C004B}"/>
              </a:ext>
            </a:extLst>
          </p:cNvPr>
          <p:cNvSpPr/>
          <p:nvPr/>
        </p:nvSpPr>
        <p:spPr>
          <a:xfrm>
            <a:off x="487314" y="2999515"/>
            <a:ext cx="100584" cy="100584"/>
          </a:xfrm>
          <a:prstGeom prst="diamond">
            <a:avLst/>
          </a:prstGeom>
          <a:solidFill>
            <a:srgbClr val="7A1E1E"/>
          </a:solidFill>
          <a:ln/>
        </p:spPr>
      </p:sp>
      <p:sp>
        <p:nvSpPr>
          <p:cNvPr id="114" name="Shape 8">
            <a:extLst>
              <a:ext uri="{FF2B5EF4-FFF2-40B4-BE49-F238E27FC236}">
                <a16:creationId xmlns:a16="http://schemas.microsoft.com/office/drawing/2014/main" id="{C58605B8-EE68-84B0-D694-5407BEF61936}"/>
              </a:ext>
            </a:extLst>
          </p:cNvPr>
          <p:cNvSpPr/>
          <p:nvPr/>
        </p:nvSpPr>
        <p:spPr>
          <a:xfrm>
            <a:off x="487314" y="3303251"/>
            <a:ext cx="100584" cy="100584"/>
          </a:xfrm>
          <a:prstGeom prst="diamond">
            <a:avLst/>
          </a:prstGeom>
          <a:solidFill>
            <a:srgbClr val="7A1E1E"/>
          </a:solidFill>
          <a:ln/>
        </p:spPr>
      </p:sp>
      <p:sp>
        <p:nvSpPr>
          <p:cNvPr id="116" name="Shape 8">
            <a:extLst>
              <a:ext uri="{FF2B5EF4-FFF2-40B4-BE49-F238E27FC236}">
                <a16:creationId xmlns:a16="http://schemas.microsoft.com/office/drawing/2014/main" id="{68688500-5888-2682-B314-2BAA9BF0D107}"/>
              </a:ext>
            </a:extLst>
          </p:cNvPr>
          <p:cNvSpPr/>
          <p:nvPr/>
        </p:nvSpPr>
        <p:spPr>
          <a:xfrm>
            <a:off x="487314" y="3666986"/>
            <a:ext cx="100584" cy="100584"/>
          </a:xfrm>
          <a:prstGeom prst="diamond">
            <a:avLst/>
          </a:prstGeom>
          <a:solidFill>
            <a:srgbClr val="7A1E1E"/>
          </a:solidFill>
          <a:ln/>
        </p:spPr>
      </p:sp>
      <p:sp>
        <p:nvSpPr>
          <p:cNvPr id="118" name="Shape 8">
            <a:extLst>
              <a:ext uri="{FF2B5EF4-FFF2-40B4-BE49-F238E27FC236}">
                <a16:creationId xmlns:a16="http://schemas.microsoft.com/office/drawing/2014/main" id="{E8E9CA74-9B9B-87A8-DA4C-8F0FEBF29020}"/>
              </a:ext>
            </a:extLst>
          </p:cNvPr>
          <p:cNvSpPr/>
          <p:nvPr/>
        </p:nvSpPr>
        <p:spPr>
          <a:xfrm>
            <a:off x="3158412" y="2244311"/>
            <a:ext cx="100584" cy="100584"/>
          </a:xfrm>
          <a:prstGeom prst="diamond">
            <a:avLst/>
          </a:prstGeom>
          <a:solidFill>
            <a:srgbClr val="7A1E1E"/>
          </a:solidFill>
          <a:ln/>
        </p:spPr>
      </p:sp>
      <p:sp>
        <p:nvSpPr>
          <p:cNvPr id="120" name="Shape 8">
            <a:extLst>
              <a:ext uri="{FF2B5EF4-FFF2-40B4-BE49-F238E27FC236}">
                <a16:creationId xmlns:a16="http://schemas.microsoft.com/office/drawing/2014/main" id="{DCA13332-61FD-9178-468B-E53657AB0BBB}"/>
              </a:ext>
            </a:extLst>
          </p:cNvPr>
          <p:cNvSpPr/>
          <p:nvPr/>
        </p:nvSpPr>
        <p:spPr>
          <a:xfrm>
            <a:off x="3154490" y="2539186"/>
            <a:ext cx="100584" cy="100584"/>
          </a:xfrm>
          <a:prstGeom prst="diamond">
            <a:avLst/>
          </a:prstGeom>
          <a:solidFill>
            <a:srgbClr val="7A1E1E"/>
          </a:solidFill>
          <a:ln/>
        </p:spPr>
      </p:sp>
      <p:sp>
        <p:nvSpPr>
          <p:cNvPr id="122" name="Shape 8">
            <a:extLst>
              <a:ext uri="{FF2B5EF4-FFF2-40B4-BE49-F238E27FC236}">
                <a16:creationId xmlns:a16="http://schemas.microsoft.com/office/drawing/2014/main" id="{EE404FF8-916A-B849-4AA2-F39A64F21C35}"/>
              </a:ext>
            </a:extLst>
          </p:cNvPr>
          <p:cNvSpPr/>
          <p:nvPr/>
        </p:nvSpPr>
        <p:spPr>
          <a:xfrm>
            <a:off x="3154490" y="2840623"/>
            <a:ext cx="100584" cy="100584"/>
          </a:xfrm>
          <a:prstGeom prst="diamond">
            <a:avLst/>
          </a:prstGeom>
          <a:solidFill>
            <a:srgbClr val="7A1E1E"/>
          </a:solidFill>
          <a:ln/>
        </p:spPr>
      </p:sp>
      <p:sp>
        <p:nvSpPr>
          <p:cNvPr id="124" name="Shape 8">
            <a:extLst>
              <a:ext uri="{FF2B5EF4-FFF2-40B4-BE49-F238E27FC236}">
                <a16:creationId xmlns:a16="http://schemas.microsoft.com/office/drawing/2014/main" id="{6EE0A9AF-E207-D76A-A90A-7B563E14DFBA}"/>
              </a:ext>
            </a:extLst>
          </p:cNvPr>
          <p:cNvSpPr/>
          <p:nvPr/>
        </p:nvSpPr>
        <p:spPr>
          <a:xfrm>
            <a:off x="3162704" y="3137136"/>
            <a:ext cx="100584" cy="100584"/>
          </a:xfrm>
          <a:prstGeom prst="diamond">
            <a:avLst/>
          </a:prstGeom>
          <a:solidFill>
            <a:srgbClr val="7A1E1E"/>
          </a:solidFill>
          <a:ln/>
        </p:spPr>
      </p:sp>
      <p:sp>
        <p:nvSpPr>
          <p:cNvPr id="126" name="Shape 8">
            <a:extLst>
              <a:ext uri="{FF2B5EF4-FFF2-40B4-BE49-F238E27FC236}">
                <a16:creationId xmlns:a16="http://schemas.microsoft.com/office/drawing/2014/main" id="{DDD9CE0F-F7ED-67F6-CEC1-E2774435728E}"/>
              </a:ext>
            </a:extLst>
          </p:cNvPr>
          <p:cNvSpPr/>
          <p:nvPr/>
        </p:nvSpPr>
        <p:spPr>
          <a:xfrm>
            <a:off x="3154490" y="3446617"/>
            <a:ext cx="100584" cy="100584"/>
          </a:xfrm>
          <a:prstGeom prst="diamond">
            <a:avLst/>
          </a:prstGeom>
          <a:solidFill>
            <a:srgbClr val="7A1E1E"/>
          </a:solidFill>
          <a:ln/>
        </p:spPr>
      </p:sp>
      <p:sp>
        <p:nvSpPr>
          <p:cNvPr id="128" name="Shape 8">
            <a:extLst>
              <a:ext uri="{FF2B5EF4-FFF2-40B4-BE49-F238E27FC236}">
                <a16:creationId xmlns:a16="http://schemas.microsoft.com/office/drawing/2014/main" id="{2329AF76-E600-FB65-8F13-765EB3F6D9D8}"/>
              </a:ext>
            </a:extLst>
          </p:cNvPr>
          <p:cNvSpPr/>
          <p:nvPr/>
        </p:nvSpPr>
        <p:spPr>
          <a:xfrm>
            <a:off x="3154490" y="3735421"/>
            <a:ext cx="100584" cy="100584"/>
          </a:xfrm>
          <a:prstGeom prst="diamond">
            <a:avLst/>
          </a:prstGeom>
          <a:solidFill>
            <a:srgbClr val="7A1E1E"/>
          </a:solidFill>
          <a:ln/>
        </p:spPr>
      </p:sp>
      <p:sp>
        <p:nvSpPr>
          <p:cNvPr id="130" name="Shape 8">
            <a:extLst>
              <a:ext uri="{FF2B5EF4-FFF2-40B4-BE49-F238E27FC236}">
                <a16:creationId xmlns:a16="http://schemas.microsoft.com/office/drawing/2014/main" id="{42B9E549-080D-91E3-2528-D1A7EF190A66}"/>
              </a:ext>
            </a:extLst>
          </p:cNvPr>
          <p:cNvSpPr/>
          <p:nvPr/>
        </p:nvSpPr>
        <p:spPr>
          <a:xfrm>
            <a:off x="6131317" y="2321187"/>
            <a:ext cx="100584" cy="100584"/>
          </a:xfrm>
          <a:prstGeom prst="diamond">
            <a:avLst/>
          </a:prstGeom>
          <a:solidFill>
            <a:srgbClr val="7A1E1E"/>
          </a:solidFill>
          <a:ln/>
        </p:spPr>
      </p:sp>
      <p:sp>
        <p:nvSpPr>
          <p:cNvPr id="132" name="Shape 8">
            <a:extLst>
              <a:ext uri="{FF2B5EF4-FFF2-40B4-BE49-F238E27FC236}">
                <a16:creationId xmlns:a16="http://schemas.microsoft.com/office/drawing/2014/main" id="{1E7B692C-AD3D-DB8D-5299-59B5B025328A}"/>
              </a:ext>
            </a:extLst>
          </p:cNvPr>
          <p:cNvSpPr/>
          <p:nvPr/>
        </p:nvSpPr>
        <p:spPr>
          <a:xfrm>
            <a:off x="6121445" y="2621578"/>
            <a:ext cx="100584" cy="100584"/>
          </a:xfrm>
          <a:prstGeom prst="diamond">
            <a:avLst/>
          </a:prstGeom>
          <a:solidFill>
            <a:srgbClr val="7A1E1E"/>
          </a:solidFill>
          <a:ln/>
        </p:spPr>
      </p:sp>
      <p:sp>
        <p:nvSpPr>
          <p:cNvPr id="134" name="Shape 8">
            <a:extLst>
              <a:ext uri="{FF2B5EF4-FFF2-40B4-BE49-F238E27FC236}">
                <a16:creationId xmlns:a16="http://schemas.microsoft.com/office/drawing/2014/main" id="{4832F433-AD81-134B-151B-598F9BBD234E}"/>
              </a:ext>
            </a:extLst>
          </p:cNvPr>
          <p:cNvSpPr/>
          <p:nvPr/>
        </p:nvSpPr>
        <p:spPr>
          <a:xfrm>
            <a:off x="6113563" y="2922106"/>
            <a:ext cx="100584" cy="100584"/>
          </a:xfrm>
          <a:prstGeom prst="diamond">
            <a:avLst/>
          </a:prstGeom>
          <a:solidFill>
            <a:srgbClr val="7A1E1E"/>
          </a:solidFill>
          <a:ln/>
        </p:spPr>
      </p:sp>
      <p:sp>
        <p:nvSpPr>
          <p:cNvPr id="136" name="Shape 8">
            <a:extLst>
              <a:ext uri="{FF2B5EF4-FFF2-40B4-BE49-F238E27FC236}">
                <a16:creationId xmlns:a16="http://schemas.microsoft.com/office/drawing/2014/main" id="{2E0F3DE0-1591-995E-C638-726658B98C31}"/>
              </a:ext>
            </a:extLst>
          </p:cNvPr>
          <p:cNvSpPr/>
          <p:nvPr/>
        </p:nvSpPr>
        <p:spPr>
          <a:xfrm>
            <a:off x="6121445" y="3264986"/>
            <a:ext cx="100584" cy="100584"/>
          </a:xfrm>
          <a:prstGeom prst="diamond">
            <a:avLst/>
          </a:prstGeom>
          <a:solidFill>
            <a:srgbClr val="7A1E1E"/>
          </a:solidFill>
          <a:ln/>
        </p:spPr>
      </p:sp>
      <p:sp>
        <p:nvSpPr>
          <p:cNvPr id="138" name="Shape 8">
            <a:extLst>
              <a:ext uri="{FF2B5EF4-FFF2-40B4-BE49-F238E27FC236}">
                <a16:creationId xmlns:a16="http://schemas.microsoft.com/office/drawing/2014/main" id="{A12E4BA1-7E24-F423-BE99-6D228DDD2B01}"/>
              </a:ext>
            </a:extLst>
          </p:cNvPr>
          <p:cNvSpPr/>
          <p:nvPr/>
        </p:nvSpPr>
        <p:spPr>
          <a:xfrm>
            <a:off x="8912352" y="2215005"/>
            <a:ext cx="100584" cy="100584"/>
          </a:xfrm>
          <a:prstGeom prst="diamond">
            <a:avLst/>
          </a:prstGeom>
          <a:solidFill>
            <a:srgbClr val="7A1E1E"/>
          </a:solidFill>
          <a:ln/>
        </p:spPr>
      </p:sp>
      <p:sp>
        <p:nvSpPr>
          <p:cNvPr id="140" name="Shape 8">
            <a:extLst>
              <a:ext uri="{FF2B5EF4-FFF2-40B4-BE49-F238E27FC236}">
                <a16:creationId xmlns:a16="http://schemas.microsoft.com/office/drawing/2014/main" id="{B6BEEF79-0737-8104-B4D2-439ABA74E386}"/>
              </a:ext>
            </a:extLst>
          </p:cNvPr>
          <p:cNvSpPr/>
          <p:nvPr/>
        </p:nvSpPr>
        <p:spPr>
          <a:xfrm>
            <a:off x="8912352" y="2504479"/>
            <a:ext cx="100584" cy="100584"/>
          </a:xfrm>
          <a:prstGeom prst="diamond">
            <a:avLst/>
          </a:prstGeom>
          <a:solidFill>
            <a:srgbClr val="7A1E1E"/>
          </a:solidFill>
          <a:ln/>
        </p:spPr>
      </p:sp>
      <p:sp>
        <p:nvSpPr>
          <p:cNvPr id="142" name="Shape 8">
            <a:extLst>
              <a:ext uri="{FF2B5EF4-FFF2-40B4-BE49-F238E27FC236}">
                <a16:creationId xmlns:a16="http://schemas.microsoft.com/office/drawing/2014/main" id="{47FC6384-E4D8-1B32-03C1-18888BE7F2A2}"/>
              </a:ext>
            </a:extLst>
          </p:cNvPr>
          <p:cNvSpPr/>
          <p:nvPr/>
        </p:nvSpPr>
        <p:spPr>
          <a:xfrm>
            <a:off x="8912352" y="2809636"/>
            <a:ext cx="100584" cy="100584"/>
          </a:xfrm>
          <a:prstGeom prst="diamond">
            <a:avLst/>
          </a:prstGeom>
          <a:solidFill>
            <a:srgbClr val="7A1E1E"/>
          </a:solidFill>
          <a:ln/>
        </p:spPr>
      </p:sp>
      <p:sp>
        <p:nvSpPr>
          <p:cNvPr id="144" name="Shape 8">
            <a:extLst>
              <a:ext uri="{FF2B5EF4-FFF2-40B4-BE49-F238E27FC236}">
                <a16:creationId xmlns:a16="http://schemas.microsoft.com/office/drawing/2014/main" id="{442395F4-3BA1-8BC4-2944-34A56B9862DF}"/>
              </a:ext>
            </a:extLst>
          </p:cNvPr>
          <p:cNvSpPr/>
          <p:nvPr/>
        </p:nvSpPr>
        <p:spPr>
          <a:xfrm>
            <a:off x="8912352" y="3272594"/>
            <a:ext cx="100584" cy="100584"/>
          </a:xfrm>
          <a:prstGeom prst="diamond">
            <a:avLst/>
          </a:prstGeom>
          <a:solidFill>
            <a:srgbClr val="7A1E1E"/>
          </a:solidFill>
          <a:ln/>
        </p:spPr>
      </p:sp>
      <p:sp>
        <p:nvSpPr>
          <p:cNvPr id="146" name="Shape 8">
            <a:extLst>
              <a:ext uri="{FF2B5EF4-FFF2-40B4-BE49-F238E27FC236}">
                <a16:creationId xmlns:a16="http://schemas.microsoft.com/office/drawing/2014/main" id="{25CA9D1A-886F-6C3C-CF55-1E8349513E0F}"/>
              </a:ext>
            </a:extLst>
          </p:cNvPr>
          <p:cNvSpPr/>
          <p:nvPr/>
        </p:nvSpPr>
        <p:spPr>
          <a:xfrm>
            <a:off x="8919382" y="3577338"/>
            <a:ext cx="100584" cy="100584"/>
          </a:xfrm>
          <a:prstGeom prst="diamond">
            <a:avLst/>
          </a:prstGeom>
          <a:solidFill>
            <a:srgbClr val="7A1E1E"/>
          </a:solidFill>
          <a:ln/>
        </p:spPr>
      </p:sp>
      <p:sp>
        <p:nvSpPr>
          <p:cNvPr id="148" name="Shape 8">
            <a:extLst>
              <a:ext uri="{FF2B5EF4-FFF2-40B4-BE49-F238E27FC236}">
                <a16:creationId xmlns:a16="http://schemas.microsoft.com/office/drawing/2014/main" id="{5CF9AC44-27AE-AA80-5AF7-F901890584F7}"/>
              </a:ext>
            </a:extLst>
          </p:cNvPr>
          <p:cNvSpPr/>
          <p:nvPr/>
        </p:nvSpPr>
        <p:spPr>
          <a:xfrm>
            <a:off x="8923363" y="3831790"/>
            <a:ext cx="100584" cy="100584"/>
          </a:xfrm>
          <a:prstGeom prst="diamond">
            <a:avLst/>
          </a:prstGeom>
          <a:solidFill>
            <a:srgbClr val="7A1E1E"/>
          </a:solidFill>
          <a:ln/>
        </p:spPr>
      </p:sp>
      <p:sp>
        <p:nvSpPr>
          <p:cNvPr id="150" name="Shape 8">
            <a:extLst>
              <a:ext uri="{FF2B5EF4-FFF2-40B4-BE49-F238E27FC236}">
                <a16:creationId xmlns:a16="http://schemas.microsoft.com/office/drawing/2014/main" id="{E1D84184-6D02-149B-1F7E-BFB19885D195}"/>
              </a:ext>
            </a:extLst>
          </p:cNvPr>
          <p:cNvSpPr/>
          <p:nvPr/>
        </p:nvSpPr>
        <p:spPr>
          <a:xfrm>
            <a:off x="424514" y="5134786"/>
            <a:ext cx="100584" cy="100584"/>
          </a:xfrm>
          <a:prstGeom prst="diamond">
            <a:avLst/>
          </a:prstGeom>
          <a:solidFill>
            <a:srgbClr val="7A1E1E"/>
          </a:solidFill>
          <a:ln/>
        </p:spPr>
      </p:sp>
      <p:sp>
        <p:nvSpPr>
          <p:cNvPr id="152" name="Shape 8">
            <a:extLst>
              <a:ext uri="{FF2B5EF4-FFF2-40B4-BE49-F238E27FC236}">
                <a16:creationId xmlns:a16="http://schemas.microsoft.com/office/drawing/2014/main" id="{970910B3-31CA-B1D8-866E-33711892D207}"/>
              </a:ext>
            </a:extLst>
          </p:cNvPr>
          <p:cNvSpPr/>
          <p:nvPr/>
        </p:nvSpPr>
        <p:spPr>
          <a:xfrm>
            <a:off x="424514" y="5450769"/>
            <a:ext cx="100584" cy="100584"/>
          </a:xfrm>
          <a:prstGeom prst="diamond">
            <a:avLst/>
          </a:prstGeom>
          <a:solidFill>
            <a:srgbClr val="7A1E1E"/>
          </a:solidFill>
          <a:ln/>
        </p:spPr>
      </p:sp>
      <p:sp>
        <p:nvSpPr>
          <p:cNvPr id="154" name="Shape 8">
            <a:extLst>
              <a:ext uri="{FF2B5EF4-FFF2-40B4-BE49-F238E27FC236}">
                <a16:creationId xmlns:a16="http://schemas.microsoft.com/office/drawing/2014/main" id="{08F3670E-1272-A84A-290A-BB5FD60F4A00}"/>
              </a:ext>
            </a:extLst>
          </p:cNvPr>
          <p:cNvSpPr/>
          <p:nvPr/>
        </p:nvSpPr>
        <p:spPr>
          <a:xfrm>
            <a:off x="413164" y="5732284"/>
            <a:ext cx="100584" cy="100584"/>
          </a:xfrm>
          <a:prstGeom prst="diamond">
            <a:avLst/>
          </a:prstGeom>
          <a:solidFill>
            <a:srgbClr val="7A1E1E"/>
          </a:solidFill>
          <a:ln/>
        </p:spPr>
      </p:sp>
      <p:sp>
        <p:nvSpPr>
          <p:cNvPr id="156" name="Shape 8">
            <a:extLst>
              <a:ext uri="{FF2B5EF4-FFF2-40B4-BE49-F238E27FC236}">
                <a16:creationId xmlns:a16="http://schemas.microsoft.com/office/drawing/2014/main" id="{87EAC896-3B40-C862-C89D-2C8AA2B4529B}"/>
              </a:ext>
            </a:extLst>
          </p:cNvPr>
          <p:cNvSpPr/>
          <p:nvPr/>
        </p:nvSpPr>
        <p:spPr>
          <a:xfrm>
            <a:off x="429150" y="6048575"/>
            <a:ext cx="100584" cy="100584"/>
          </a:xfrm>
          <a:prstGeom prst="diamond">
            <a:avLst/>
          </a:prstGeom>
          <a:solidFill>
            <a:srgbClr val="7A1E1E"/>
          </a:solidFill>
          <a:ln/>
        </p:spPr>
      </p:sp>
      <p:sp>
        <p:nvSpPr>
          <p:cNvPr id="158" name="Shape 8">
            <a:extLst>
              <a:ext uri="{FF2B5EF4-FFF2-40B4-BE49-F238E27FC236}">
                <a16:creationId xmlns:a16="http://schemas.microsoft.com/office/drawing/2014/main" id="{4078CD11-124F-CBED-2385-A88F325FADC9}"/>
              </a:ext>
            </a:extLst>
          </p:cNvPr>
          <p:cNvSpPr/>
          <p:nvPr/>
        </p:nvSpPr>
        <p:spPr>
          <a:xfrm>
            <a:off x="443235" y="6177151"/>
            <a:ext cx="100584" cy="100584"/>
          </a:xfrm>
          <a:prstGeom prst="diamond">
            <a:avLst/>
          </a:prstGeom>
          <a:solidFill>
            <a:srgbClr val="7A1E1E"/>
          </a:solidFill>
          <a:ln/>
        </p:spPr>
      </p:sp>
      <p:sp>
        <p:nvSpPr>
          <p:cNvPr id="160" name="Shape 8">
            <a:extLst>
              <a:ext uri="{FF2B5EF4-FFF2-40B4-BE49-F238E27FC236}">
                <a16:creationId xmlns:a16="http://schemas.microsoft.com/office/drawing/2014/main" id="{502659D0-8ECB-0B52-9938-6FC70902EA4D}"/>
              </a:ext>
            </a:extLst>
          </p:cNvPr>
          <p:cNvSpPr/>
          <p:nvPr/>
        </p:nvSpPr>
        <p:spPr>
          <a:xfrm>
            <a:off x="451570" y="6338882"/>
            <a:ext cx="100584" cy="100584"/>
          </a:xfrm>
          <a:prstGeom prst="diamond">
            <a:avLst/>
          </a:prstGeom>
          <a:solidFill>
            <a:srgbClr val="7A1E1E"/>
          </a:solidFill>
          <a:ln/>
        </p:spPr>
      </p:sp>
      <p:sp>
        <p:nvSpPr>
          <p:cNvPr id="162" name="Shape 8">
            <a:extLst>
              <a:ext uri="{FF2B5EF4-FFF2-40B4-BE49-F238E27FC236}">
                <a16:creationId xmlns:a16="http://schemas.microsoft.com/office/drawing/2014/main" id="{7CF97D4C-2E1B-3EE7-10CC-029A4EFABE71}"/>
              </a:ext>
            </a:extLst>
          </p:cNvPr>
          <p:cNvSpPr/>
          <p:nvPr/>
        </p:nvSpPr>
        <p:spPr>
          <a:xfrm>
            <a:off x="4479251" y="5010812"/>
            <a:ext cx="100584" cy="100584"/>
          </a:xfrm>
          <a:prstGeom prst="diamond">
            <a:avLst/>
          </a:prstGeom>
          <a:solidFill>
            <a:srgbClr val="7A1E1E"/>
          </a:solidFill>
          <a:ln/>
        </p:spPr>
      </p:sp>
      <p:sp>
        <p:nvSpPr>
          <p:cNvPr id="164" name="Shape 8">
            <a:extLst>
              <a:ext uri="{FF2B5EF4-FFF2-40B4-BE49-F238E27FC236}">
                <a16:creationId xmlns:a16="http://schemas.microsoft.com/office/drawing/2014/main" id="{E23DF55B-F96E-EB4B-7D50-149496D63A96}"/>
              </a:ext>
            </a:extLst>
          </p:cNvPr>
          <p:cNvSpPr/>
          <p:nvPr/>
        </p:nvSpPr>
        <p:spPr>
          <a:xfrm>
            <a:off x="4479251" y="5332175"/>
            <a:ext cx="100584" cy="100584"/>
          </a:xfrm>
          <a:prstGeom prst="diamond">
            <a:avLst/>
          </a:prstGeom>
          <a:solidFill>
            <a:srgbClr val="7A1E1E"/>
          </a:solidFill>
          <a:ln/>
        </p:spPr>
      </p:sp>
      <p:sp>
        <p:nvSpPr>
          <p:cNvPr id="166" name="Shape 8">
            <a:extLst>
              <a:ext uri="{FF2B5EF4-FFF2-40B4-BE49-F238E27FC236}">
                <a16:creationId xmlns:a16="http://schemas.microsoft.com/office/drawing/2014/main" id="{C2AC1CD4-5152-FDC1-B2B4-7CC3925D7AD8}"/>
              </a:ext>
            </a:extLst>
          </p:cNvPr>
          <p:cNvSpPr/>
          <p:nvPr/>
        </p:nvSpPr>
        <p:spPr>
          <a:xfrm>
            <a:off x="4479251" y="5750930"/>
            <a:ext cx="100584" cy="100584"/>
          </a:xfrm>
          <a:prstGeom prst="diamond">
            <a:avLst/>
          </a:prstGeom>
          <a:solidFill>
            <a:srgbClr val="7A1E1E"/>
          </a:solidFill>
          <a:ln/>
        </p:spPr>
      </p:sp>
      <p:sp>
        <p:nvSpPr>
          <p:cNvPr id="168" name="Shape 8">
            <a:extLst>
              <a:ext uri="{FF2B5EF4-FFF2-40B4-BE49-F238E27FC236}">
                <a16:creationId xmlns:a16="http://schemas.microsoft.com/office/drawing/2014/main" id="{5AEFF080-B6DE-2EDC-BABE-E049EE5B34D5}"/>
              </a:ext>
            </a:extLst>
          </p:cNvPr>
          <p:cNvSpPr/>
          <p:nvPr/>
        </p:nvSpPr>
        <p:spPr>
          <a:xfrm>
            <a:off x="4487780" y="5907346"/>
            <a:ext cx="100584" cy="100584"/>
          </a:xfrm>
          <a:prstGeom prst="diamond">
            <a:avLst/>
          </a:prstGeom>
          <a:solidFill>
            <a:srgbClr val="7A1E1E"/>
          </a:solidFill>
          <a:ln/>
        </p:spPr>
      </p:sp>
      <p:sp>
        <p:nvSpPr>
          <p:cNvPr id="170" name="Shape 8">
            <a:extLst>
              <a:ext uri="{FF2B5EF4-FFF2-40B4-BE49-F238E27FC236}">
                <a16:creationId xmlns:a16="http://schemas.microsoft.com/office/drawing/2014/main" id="{C1289CD2-4E65-8CE4-D1C4-DAB73D6B6721}"/>
              </a:ext>
            </a:extLst>
          </p:cNvPr>
          <p:cNvSpPr/>
          <p:nvPr/>
        </p:nvSpPr>
        <p:spPr>
          <a:xfrm>
            <a:off x="4480079" y="6076567"/>
            <a:ext cx="100584" cy="100584"/>
          </a:xfrm>
          <a:prstGeom prst="diamond">
            <a:avLst/>
          </a:prstGeom>
          <a:solidFill>
            <a:srgbClr val="7A1E1E"/>
          </a:solidFill>
          <a:ln/>
        </p:spPr>
      </p:sp>
      <p:sp>
        <p:nvSpPr>
          <p:cNvPr id="172" name="Shape 8">
            <a:extLst>
              <a:ext uri="{FF2B5EF4-FFF2-40B4-BE49-F238E27FC236}">
                <a16:creationId xmlns:a16="http://schemas.microsoft.com/office/drawing/2014/main" id="{704BB910-2531-CF22-2933-62DF0604F98A}"/>
              </a:ext>
            </a:extLst>
          </p:cNvPr>
          <p:cNvSpPr/>
          <p:nvPr/>
        </p:nvSpPr>
        <p:spPr>
          <a:xfrm>
            <a:off x="4480079" y="6238298"/>
            <a:ext cx="100584" cy="100584"/>
          </a:xfrm>
          <a:prstGeom prst="diamond">
            <a:avLst/>
          </a:prstGeom>
          <a:solidFill>
            <a:srgbClr val="7A1E1E"/>
          </a:solidFill>
          <a:ln/>
        </p:spPr>
      </p:sp>
      <p:sp>
        <p:nvSpPr>
          <p:cNvPr id="174" name="Shape 8">
            <a:extLst>
              <a:ext uri="{FF2B5EF4-FFF2-40B4-BE49-F238E27FC236}">
                <a16:creationId xmlns:a16="http://schemas.microsoft.com/office/drawing/2014/main" id="{DCD81B19-1ECE-AF0A-2437-4B234C2C77AD}"/>
              </a:ext>
            </a:extLst>
          </p:cNvPr>
          <p:cNvSpPr/>
          <p:nvPr/>
        </p:nvSpPr>
        <p:spPr>
          <a:xfrm>
            <a:off x="4487780" y="6395929"/>
            <a:ext cx="100584" cy="100584"/>
          </a:xfrm>
          <a:prstGeom prst="diamond">
            <a:avLst/>
          </a:prstGeom>
          <a:solidFill>
            <a:srgbClr val="7A1E1E"/>
          </a:solidFill>
          <a:ln/>
        </p:spPr>
      </p:sp>
      <p:sp>
        <p:nvSpPr>
          <p:cNvPr id="176" name="Shape 8">
            <a:extLst>
              <a:ext uri="{FF2B5EF4-FFF2-40B4-BE49-F238E27FC236}">
                <a16:creationId xmlns:a16="http://schemas.microsoft.com/office/drawing/2014/main" id="{FB9CBE92-E1F7-C7BB-1B71-4EC0185FCF38}"/>
              </a:ext>
            </a:extLst>
          </p:cNvPr>
          <p:cNvSpPr/>
          <p:nvPr/>
        </p:nvSpPr>
        <p:spPr>
          <a:xfrm>
            <a:off x="8354356" y="5034202"/>
            <a:ext cx="100584" cy="100584"/>
          </a:xfrm>
          <a:prstGeom prst="diamond">
            <a:avLst/>
          </a:prstGeom>
          <a:solidFill>
            <a:srgbClr val="7A1E1E"/>
          </a:solidFill>
          <a:ln/>
        </p:spPr>
      </p:sp>
      <p:sp>
        <p:nvSpPr>
          <p:cNvPr id="178" name="Shape 8">
            <a:extLst>
              <a:ext uri="{FF2B5EF4-FFF2-40B4-BE49-F238E27FC236}">
                <a16:creationId xmlns:a16="http://schemas.microsoft.com/office/drawing/2014/main" id="{799F9AA3-34F8-710D-04DC-59ABB4316164}"/>
              </a:ext>
            </a:extLst>
          </p:cNvPr>
          <p:cNvSpPr/>
          <p:nvPr/>
        </p:nvSpPr>
        <p:spPr>
          <a:xfrm>
            <a:off x="8363779" y="5235370"/>
            <a:ext cx="100584" cy="100584"/>
          </a:xfrm>
          <a:prstGeom prst="diamond">
            <a:avLst/>
          </a:prstGeom>
          <a:solidFill>
            <a:srgbClr val="7A1E1E"/>
          </a:solidFill>
          <a:ln/>
        </p:spPr>
      </p:sp>
      <p:sp>
        <p:nvSpPr>
          <p:cNvPr id="180" name="Shape 8">
            <a:extLst>
              <a:ext uri="{FF2B5EF4-FFF2-40B4-BE49-F238E27FC236}">
                <a16:creationId xmlns:a16="http://schemas.microsoft.com/office/drawing/2014/main" id="{E0293925-8529-2654-9DA4-E30034FF5F28}"/>
              </a:ext>
            </a:extLst>
          </p:cNvPr>
          <p:cNvSpPr/>
          <p:nvPr/>
        </p:nvSpPr>
        <p:spPr>
          <a:xfrm>
            <a:off x="8354356" y="5567903"/>
            <a:ext cx="100584" cy="100584"/>
          </a:xfrm>
          <a:prstGeom prst="diamond">
            <a:avLst/>
          </a:prstGeom>
          <a:solidFill>
            <a:srgbClr val="7A1E1E"/>
          </a:solidFill>
          <a:ln/>
        </p:spPr>
      </p:sp>
      <p:sp>
        <p:nvSpPr>
          <p:cNvPr id="182" name="Shape 8">
            <a:extLst>
              <a:ext uri="{FF2B5EF4-FFF2-40B4-BE49-F238E27FC236}">
                <a16:creationId xmlns:a16="http://schemas.microsoft.com/office/drawing/2014/main" id="{3CF8FFDA-A546-68D2-25D9-D1BAC3A8F1B3}"/>
              </a:ext>
            </a:extLst>
          </p:cNvPr>
          <p:cNvSpPr/>
          <p:nvPr/>
        </p:nvSpPr>
        <p:spPr>
          <a:xfrm>
            <a:off x="8363779" y="5786308"/>
            <a:ext cx="100584" cy="100584"/>
          </a:xfrm>
          <a:prstGeom prst="diamond">
            <a:avLst/>
          </a:prstGeom>
          <a:solidFill>
            <a:srgbClr val="7A1E1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EDE1CB"/>
        </a:solidFill>
        <a:effectLst/>
      </p:bgPr>
    </p:bg>
    <p:spTree>
      <p:nvGrpSpPr>
        <p:cNvPr id="1" name=""/>
        <p:cNvGrpSpPr/>
        <p:nvPr/>
      </p:nvGrpSpPr>
      <p:grpSpPr>
        <a:xfrm>
          <a:off x="0" y="0"/>
          <a:ext cx="0" cy="0"/>
          <a:chOff x="0" y="0"/>
          <a:chExt cx="0" cy="0"/>
        </a:xfrm>
      </p:grpSpPr>
      <p:pic>
        <p:nvPicPr>
          <p:cNvPr id="3" name="Image 1" descr="j2m_logo.png"/>
          <p:cNvPicPr>
            <a:picLocks noChangeAspect="1"/>
          </p:cNvPicPr>
          <p:nvPr/>
        </p:nvPicPr>
        <p:blipFill>
          <a:blip r:embed="rId3"/>
          <a:stretch>
            <a:fillRect/>
          </a:stretch>
        </p:blipFill>
        <p:spPr>
          <a:xfrm>
            <a:off x="11430000" y="0"/>
            <a:ext cx="621792" cy="627278"/>
          </a:xfrm>
          <a:prstGeom prst="rect">
            <a:avLst/>
          </a:prstGeom>
        </p:spPr>
      </p:pic>
      <p:sp>
        <p:nvSpPr>
          <p:cNvPr id="4" name="Shape 0"/>
          <p:cNvSpPr/>
          <p:nvPr/>
        </p:nvSpPr>
        <p:spPr>
          <a:xfrm>
            <a:off x="139959" y="147517"/>
            <a:ext cx="2331720" cy="868680"/>
          </a:xfrm>
          <a:prstGeom prst="roundRect">
            <a:avLst>
              <a:gd name="adj" fmla="val 6316"/>
            </a:avLst>
          </a:prstGeom>
          <a:ln w="19050">
            <a:solidFill>
              <a:srgbClr val="7A1E1E"/>
            </a:solidFill>
            <a:prstDash val="solid"/>
          </a:ln>
        </p:spPr>
      </p:sp>
      <p:sp>
        <p:nvSpPr>
          <p:cNvPr id="6" name="Shape 2"/>
          <p:cNvSpPr/>
          <p:nvPr/>
        </p:nvSpPr>
        <p:spPr>
          <a:xfrm>
            <a:off x="246515" y="371545"/>
            <a:ext cx="420624" cy="420624"/>
          </a:xfrm>
          <a:prstGeom prst="ellipse">
            <a:avLst/>
          </a:prstGeom>
          <a:solidFill>
            <a:srgbClr val="7A1E1E"/>
          </a:solidFill>
          <a:ln/>
        </p:spPr>
      </p:sp>
      <p:pic>
        <p:nvPicPr>
          <p:cNvPr id="7" name="Image 2" descr="icon_trophy.png"/>
          <p:cNvPicPr>
            <a:picLocks noChangeAspect="1"/>
          </p:cNvPicPr>
          <p:nvPr/>
        </p:nvPicPr>
        <p:blipFill>
          <a:blip r:embed="rId4"/>
          <a:stretch>
            <a:fillRect/>
          </a:stretch>
        </p:blipFill>
        <p:spPr>
          <a:xfrm>
            <a:off x="-368746" y="1617182"/>
            <a:ext cx="237744" cy="237744"/>
          </a:xfrm>
          <a:prstGeom prst="rect">
            <a:avLst/>
          </a:prstGeom>
        </p:spPr>
      </p:pic>
      <p:sp>
        <p:nvSpPr>
          <p:cNvPr id="8" name="Text 3"/>
          <p:cNvSpPr txBox="1"/>
          <p:nvPr/>
        </p:nvSpPr>
        <p:spPr>
          <a:xfrm>
            <a:off x="760351" y="344113"/>
            <a:ext cx="1697985" cy="457200"/>
          </a:xfrm>
          <a:prstGeom prst="rect">
            <a:avLst/>
          </a:prstGeom>
          <a:noFill/>
          <a:ln/>
        </p:spPr>
        <p:txBody>
          <a:bodyPr wrap="square" lIns="0" tIns="0" rIns="0" bIns="0" rtlCol="0" anchor="ctr"/>
          <a:lstStyle/>
          <a:p>
            <a:pPr marL="0" indent="0">
              <a:buNone/>
            </a:pPr>
            <a:r>
              <a:rPr lang="en-US" sz="1700" b="1" dirty="0">
                <a:solidFill>
                  <a:srgbClr val="1C1712"/>
                </a:solidFill>
                <a:latin typeface="Bookman Old Style" pitchFamily="34" charset="0"/>
              </a:rPr>
              <a:t>BENIFITES AND IMPACTS</a:t>
            </a:r>
            <a:endParaRPr lang="en-US" sz="1700" dirty="0"/>
          </a:p>
        </p:txBody>
      </p:sp>
      <p:sp>
        <p:nvSpPr>
          <p:cNvPr id="9" name="Text 4"/>
          <p:cNvSpPr txBox="1"/>
          <p:nvPr/>
        </p:nvSpPr>
        <p:spPr>
          <a:xfrm>
            <a:off x="2841171" y="219737"/>
            <a:ext cx="5120640" cy="365760"/>
          </a:xfrm>
          <a:prstGeom prst="rect">
            <a:avLst/>
          </a:prstGeom>
          <a:noFill/>
          <a:ln/>
        </p:spPr>
        <p:txBody>
          <a:bodyPr wrap="square" lIns="0" tIns="0" rIns="0" bIns="0" rtlCol="0" anchor="ctr"/>
          <a:lstStyle/>
          <a:p>
            <a:pPr marL="0" indent="0">
              <a:buNone/>
            </a:pPr>
            <a:r>
              <a:rPr lang="en-US" sz="1600" b="1" i="1" dirty="0">
                <a:solidFill>
                  <a:srgbClr val="3A2E22"/>
                </a:solidFill>
                <a:latin typeface="Calibri" pitchFamily="34" charset="0"/>
                <a:ea typeface="Calibri" pitchFamily="34" charset="-122"/>
                <a:cs typeface="Calibri" pitchFamily="34" charset="-120"/>
              </a:rPr>
              <a:t>The Master — launch, real users, real feedback</a:t>
            </a:r>
            <a:endParaRPr lang="en-US" sz="1600" b="1" dirty="0"/>
          </a:p>
        </p:txBody>
      </p:sp>
      <p:sp>
        <p:nvSpPr>
          <p:cNvPr id="13" name="Shape 8"/>
          <p:cNvSpPr/>
          <p:nvPr/>
        </p:nvSpPr>
        <p:spPr>
          <a:xfrm>
            <a:off x="2692162" y="626428"/>
            <a:ext cx="100584" cy="100584"/>
          </a:xfrm>
          <a:prstGeom prst="diamond">
            <a:avLst/>
          </a:prstGeom>
          <a:solidFill>
            <a:srgbClr val="7A1E1E"/>
          </a:solidFill>
          <a:ln/>
        </p:spPr>
      </p:sp>
      <p:sp>
        <p:nvSpPr>
          <p:cNvPr id="14" name="Shape 9"/>
          <p:cNvSpPr/>
          <p:nvPr/>
        </p:nvSpPr>
        <p:spPr>
          <a:xfrm>
            <a:off x="2911150" y="654337"/>
            <a:ext cx="8828439" cy="0"/>
          </a:xfrm>
          <a:prstGeom prst="line">
            <a:avLst/>
          </a:prstGeom>
          <a:noFill/>
          <a:ln w="9525">
            <a:solidFill>
              <a:srgbClr val="7A1E1E"/>
            </a:solidFill>
            <a:prstDash val="solid"/>
          </a:ln>
        </p:spPr>
      </p:sp>
      <p:sp>
        <p:nvSpPr>
          <p:cNvPr id="19" name="Shape 14"/>
          <p:cNvSpPr/>
          <p:nvPr/>
        </p:nvSpPr>
        <p:spPr>
          <a:xfrm>
            <a:off x="144064" y="1085037"/>
            <a:ext cx="5440680" cy="5401021"/>
          </a:xfrm>
          <a:prstGeom prst="roundRect">
            <a:avLst>
              <a:gd name="adj" fmla="val 1609"/>
            </a:avLst>
          </a:prstGeom>
          <a:solidFill>
            <a:srgbClr val="DFCFB0"/>
          </a:solidFill>
          <a:ln w="12700">
            <a:solidFill>
              <a:srgbClr val="7A1E1E"/>
            </a:solidFill>
            <a:prstDash val="solid"/>
          </a:ln>
        </p:spPr>
      </p:sp>
      <p:sp>
        <p:nvSpPr>
          <p:cNvPr id="20" name="Text 15"/>
          <p:cNvSpPr txBox="1"/>
          <p:nvPr/>
        </p:nvSpPr>
        <p:spPr>
          <a:xfrm>
            <a:off x="299979" y="1127443"/>
            <a:ext cx="4937760" cy="381593"/>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README SUBMISSION</a:t>
            </a:r>
            <a:endParaRPr lang="en-US" sz="1250" dirty="0"/>
          </a:p>
        </p:txBody>
      </p:sp>
      <p:sp>
        <p:nvSpPr>
          <p:cNvPr id="21" name="Shape 16"/>
          <p:cNvSpPr/>
          <p:nvPr/>
        </p:nvSpPr>
        <p:spPr>
          <a:xfrm>
            <a:off x="412413" y="1472274"/>
            <a:ext cx="4892040" cy="0"/>
          </a:xfrm>
          <a:prstGeom prst="line">
            <a:avLst/>
          </a:prstGeom>
          <a:noFill/>
          <a:ln w="9525">
            <a:solidFill>
              <a:srgbClr val="7A1E1E"/>
            </a:solidFill>
            <a:prstDash val="sysDot"/>
          </a:ln>
        </p:spPr>
      </p:sp>
      <p:sp>
        <p:nvSpPr>
          <p:cNvPr id="33" name="Text 23"/>
          <p:cNvSpPr txBox="1"/>
          <p:nvPr/>
        </p:nvSpPr>
        <p:spPr>
          <a:xfrm>
            <a:off x="4755813" y="6705911"/>
            <a:ext cx="1097280" cy="274320"/>
          </a:xfrm>
          <a:prstGeom prst="rect">
            <a:avLst/>
          </a:prstGeom>
          <a:noFill/>
          <a:ln/>
        </p:spPr>
        <p:txBody>
          <a:bodyPr wrap="square" lIns="0" tIns="0" rIns="0" bIns="0" rtlCol="0" anchor="ctr"/>
          <a:lstStyle/>
          <a:p>
            <a:pPr marL="0" indent="0" algn="r">
              <a:buNone/>
            </a:pPr>
            <a:r>
              <a:rPr lang="en-US" sz="900" dirty="0">
                <a:solidFill>
                  <a:srgbClr val="3A2E22"/>
                </a:solidFill>
                <a:latin typeface="Calibri" pitchFamily="34" charset="0"/>
                <a:ea typeface="Calibri" pitchFamily="34" charset="-122"/>
                <a:cs typeface="Calibri" pitchFamily="34" charset="-120"/>
              </a:rPr>
              <a:t>06</a:t>
            </a:r>
            <a:endParaRPr lang="en-US" sz="900" dirty="0"/>
          </a:p>
        </p:txBody>
      </p:sp>
      <p:sp>
        <p:nvSpPr>
          <p:cNvPr id="34" name="Shape 14">
            <a:extLst>
              <a:ext uri="{FF2B5EF4-FFF2-40B4-BE49-F238E27FC236}">
                <a16:creationId xmlns:a16="http://schemas.microsoft.com/office/drawing/2014/main" id="{E66ECBA1-06ED-7899-59FF-006665B1F615}"/>
              </a:ext>
            </a:extLst>
          </p:cNvPr>
          <p:cNvSpPr/>
          <p:nvPr/>
        </p:nvSpPr>
        <p:spPr>
          <a:xfrm>
            <a:off x="5989320" y="1085038"/>
            <a:ext cx="5440680" cy="5371682"/>
          </a:xfrm>
          <a:prstGeom prst="roundRect">
            <a:avLst>
              <a:gd name="adj" fmla="val 1609"/>
            </a:avLst>
          </a:prstGeom>
          <a:solidFill>
            <a:srgbClr val="DFCFB0"/>
          </a:solidFill>
          <a:ln w="12700">
            <a:solidFill>
              <a:srgbClr val="7A1E1E"/>
            </a:solidFill>
            <a:prstDash val="solid"/>
          </a:ln>
        </p:spPr>
      </p:sp>
      <p:sp>
        <p:nvSpPr>
          <p:cNvPr id="36" name="Text 15">
            <a:extLst>
              <a:ext uri="{FF2B5EF4-FFF2-40B4-BE49-F238E27FC236}">
                <a16:creationId xmlns:a16="http://schemas.microsoft.com/office/drawing/2014/main" id="{E2BE99DF-DC17-6334-3966-54637F9E8193}"/>
              </a:ext>
            </a:extLst>
          </p:cNvPr>
          <p:cNvSpPr txBox="1"/>
          <p:nvPr/>
        </p:nvSpPr>
        <p:spPr>
          <a:xfrm>
            <a:off x="6096000" y="1079001"/>
            <a:ext cx="4937760" cy="381593"/>
          </a:xfrm>
          <a:prstGeom prst="rect">
            <a:avLst/>
          </a:prstGeom>
          <a:noFill/>
          <a:ln/>
        </p:spPr>
        <p:txBody>
          <a:bodyPr wrap="square" lIns="0" tIns="0" rIns="0" bIns="0" rtlCol="0" anchor="ctr"/>
          <a:lstStyle/>
          <a:p>
            <a:pPr marL="0" indent="0">
              <a:buNone/>
            </a:pPr>
            <a:r>
              <a:rPr lang="en-US" sz="1250" b="1" kern="0" spc="200" dirty="0">
                <a:solidFill>
                  <a:srgbClr val="7A1E1E"/>
                </a:solidFill>
                <a:latin typeface="Calibri" pitchFamily="34" charset="0"/>
                <a:ea typeface="Calibri" pitchFamily="34" charset="-122"/>
                <a:cs typeface="Calibri" pitchFamily="34" charset="-120"/>
              </a:rPr>
              <a:t>README SUBMISSION</a:t>
            </a:r>
            <a:endParaRPr lang="en-US" sz="1250" dirty="0"/>
          </a:p>
        </p:txBody>
      </p:sp>
      <p:sp>
        <p:nvSpPr>
          <p:cNvPr id="38" name="Shape 16">
            <a:extLst>
              <a:ext uri="{FF2B5EF4-FFF2-40B4-BE49-F238E27FC236}">
                <a16:creationId xmlns:a16="http://schemas.microsoft.com/office/drawing/2014/main" id="{7B24C7E6-55B0-6122-08E7-45E1C74704C5}"/>
              </a:ext>
            </a:extLst>
          </p:cNvPr>
          <p:cNvSpPr/>
          <p:nvPr/>
        </p:nvSpPr>
        <p:spPr>
          <a:xfrm>
            <a:off x="6141720" y="1460594"/>
            <a:ext cx="4892040" cy="0"/>
          </a:xfrm>
          <a:prstGeom prst="line">
            <a:avLst/>
          </a:prstGeom>
          <a:noFill/>
          <a:ln w="9525">
            <a:solidFill>
              <a:srgbClr val="7A1E1E"/>
            </a:solidFill>
            <a:prstDash val="sysDot"/>
          </a:ln>
        </p:spPr>
      </p:sp>
      <p:sp>
        <p:nvSpPr>
          <p:cNvPr id="5" name="Text 1"/>
          <p:cNvSpPr txBox="1"/>
          <p:nvPr/>
        </p:nvSpPr>
        <p:spPr>
          <a:xfrm>
            <a:off x="299979" y="1515737"/>
            <a:ext cx="3068372" cy="262252"/>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1.ONE CAMPUS ONE SOLUTIO</a:t>
            </a:r>
            <a:endParaRPr lang="en-US" sz="1200" dirty="0"/>
          </a:p>
        </p:txBody>
      </p:sp>
      <p:sp>
        <p:nvSpPr>
          <p:cNvPr id="60" name="Text 1">
            <a:extLst>
              <a:ext uri="{FF2B5EF4-FFF2-40B4-BE49-F238E27FC236}">
                <a16:creationId xmlns:a16="http://schemas.microsoft.com/office/drawing/2014/main" id="{70CB0E21-8727-508B-058D-5B5E6E2B473F}"/>
              </a:ext>
            </a:extLst>
          </p:cNvPr>
          <p:cNvSpPr txBox="1"/>
          <p:nvPr/>
        </p:nvSpPr>
        <p:spPr>
          <a:xfrm>
            <a:off x="299979" y="2494856"/>
            <a:ext cx="2760462" cy="262252"/>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2.FASTER ACADEMIC ACCESS</a:t>
            </a:r>
            <a:endParaRPr lang="en-US" sz="1200" dirty="0"/>
          </a:p>
        </p:txBody>
      </p:sp>
      <p:sp>
        <p:nvSpPr>
          <p:cNvPr id="62" name="Text 1">
            <a:extLst>
              <a:ext uri="{FF2B5EF4-FFF2-40B4-BE49-F238E27FC236}">
                <a16:creationId xmlns:a16="http://schemas.microsoft.com/office/drawing/2014/main" id="{94E3B130-A150-DEAE-0552-C453DCF2694B}"/>
              </a:ext>
            </a:extLst>
          </p:cNvPr>
          <p:cNvSpPr txBox="1"/>
          <p:nvPr/>
        </p:nvSpPr>
        <p:spPr>
          <a:xfrm>
            <a:off x="311919" y="3083931"/>
            <a:ext cx="3056431" cy="268708"/>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3.BETTER CAREER OPPOURTUNITIES</a:t>
            </a:r>
            <a:endParaRPr lang="en-US" sz="1200" dirty="0"/>
          </a:p>
        </p:txBody>
      </p:sp>
      <p:sp>
        <p:nvSpPr>
          <p:cNvPr id="64" name="Text 1">
            <a:extLst>
              <a:ext uri="{FF2B5EF4-FFF2-40B4-BE49-F238E27FC236}">
                <a16:creationId xmlns:a16="http://schemas.microsoft.com/office/drawing/2014/main" id="{67DBBFDB-CD70-D421-7F2E-4AFF852E095C}"/>
              </a:ext>
            </a:extLst>
          </p:cNvPr>
          <p:cNvSpPr txBox="1"/>
          <p:nvPr/>
        </p:nvSpPr>
        <p:spPr>
          <a:xfrm>
            <a:off x="311919" y="3821663"/>
            <a:ext cx="3336349" cy="310531"/>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4.STRONGER CAMPUS COMMUNITY</a:t>
            </a:r>
            <a:endParaRPr lang="en-US" sz="1200" dirty="0"/>
          </a:p>
        </p:txBody>
      </p:sp>
      <p:sp>
        <p:nvSpPr>
          <p:cNvPr id="66" name="Text 1">
            <a:extLst>
              <a:ext uri="{FF2B5EF4-FFF2-40B4-BE49-F238E27FC236}">
                <a16:creationId xmlns:a16="http://schemas.microsoft.com/office/drawing/2014/main" id="{0DD36209-909C-E41A-F0DE-0370C0733BD9}"/>
              </a:ext>
            </a:extLst>
          </p:cNvPr>
          <p:cNvSpPr txBox="1"/>
          <p:nvPr/>
        </p:nvSpPr>
        <p:spPr>
          <a:xfrm>
            <a:off x="311920" y="4877731"/>
            <a:ext cx="3336348" cy="338766"/>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5.TIMELY INFORMATION DELIVERY</a:t>
            </a:r>
            <a:endParaRPr lang="en-US" sz="1200" dirty="0"/>
          </a:p>
        </p:txBody>
      </p:sp>
      <p:sp>
        <p:nvSpPr>
          <p:cNvPr id="67" name="TextBox 66">
            <a:extLst>
              <a:ext uri="{FF2B5EF4-FFF2-40B4-BE49-F238E27FC236}">
                <a16:creationId xmlns:a16="http://schemas.microsoft.com/office/drawing/2014/main" id="{E975CD89-C2CB-CBA5-DA9E-BF2F340B3DB5}"/>
              </a:ext>
            </a:extLst>
          </p:cNvPr>
          <p:cNvSpPr txBox="1"/>
          <p:nvPr/>
        </p:nvSpPr>
        <p:spPr>
          <a:xfrm>
            <a:off x="347658" y="1709898"/>
            <a:ext cx="5021549" cy="830997"/>
          </a:xfrm>
          <a:prstGeom prst="rect">
            <a:avLst/>
          </a:prstGeom>
          <a:noFill/>
        </p:spPr>
        <p:txBody>
          <a:bodyPr wrap="square" rtlCol="0">
            <a:spAutoFit/>
          </a:bodyPr>
          <a:lstStyle/>
          <a:p>
            <a:pPr lvl="0"/>
            <a:r>
              <a:rPr lang="en-IN" sz="1200" dirty="0"/>
              <a:t>Centralizes </a:t>
            </a:r>
            <a:r>
              <a:rPr lang="en-IN" sz="1200" b="1" dirty="0"/>
              <a:t>notes, PYQs, notices, events, jobs, marketplace and communities</a:t>
            </a:r>
            <a:r>
              <a:rPr lang="en-IN" sz="1200" dirty="0"/>
              <a:t>. </a:t>
            </a:r>
          </a:p>
          <a:p>
            <a:pPr lvl="0"/>
            <a:r>
              <a:rPr lang="en-IN" sz="1200" dirty="0"/>
              <a:t>Reduces dependency on scattered WhatsApp/Telegram groups and multiple platforms.</a:t>
            </a:r>
          </a:p>
        </p:txBody>
      </p:sp>
      <p:sp>
        <p:nvSpPr>
          <p:cNvPr id="69" name="TextBox 68">
            <a:extLst>
              <a:ext uri="{FF2B5EF4-FFF2-40B4-BE49-F238E27FC236}">
                <a16:creationId xmlns:a16="http://schemas.microsoft.com/office/drawing/2014/main" id="{8C7D63F0-23FC-0C7A-E327-48D81B27A395}"/>
              </a:ext>
            </a:extLst>
          </p:cNvPr>
          <p:cNvSpPr txBox="1"/>
          <p:nvPr/>
        </p:nvSpPr>
        <p:spPr>
          <a:xfrm>
            <a:off x="347658" y="2710603"/>
            <a:ext cx="5021549" cy="461665"/>
          </a:xfrm>
          <a:prstGeom prst="rect">
            <a:avLst/>
          </a:prstGeom>
          <a:noFill/>
        </p:spPr>
        <p:txBody>
          <a:bodyPr wrap="square" rtlCol="0">
            <a:spAutoFit/>
          </a:bodyPr>
          <a:lstStyle/>
          <a:p>
            <a:pPr lvl="0"/>
            <a:r>
              <a:rPr lang="en-IN" sz="1200" dirty="0"/>
              <a:t>Students can quickly find </a:t>
            </a:r>
            <a:r>
              <a:rPr lang="en-IN" sz="1200" b="1" dirty="0"/>
              <a:t>syllabus, notes, PYQs and study resources</a:t>
            </a:r>
            <a:r>
              <a:rPr lang="en-IN" sz="1200" dirty="0"/>
              <a:t> by department, semester and subject.</a:t>
            </a:r>
          </a:p>
        </p:txBody>
      </p:sp>
      <p:sp>
        <p:nvSpPr>
          <p:cNvPr id="73" name="TextBox 72">
            <a:extLst>
              <a:ext uri="{FF2B5EF4-FFF2-40B4-BE49-F238E27FC236}">
                <a16:creationId xmlns:a16="http://schemas.microsoft.com/office/drawing/2014/main" id="{15C12911-F477-29F5-7838-AFD07649D6C8}"/>
              </a:ext>
            </a:extLst>
          </p:cNvPr>
          <p:cNvSpPr txBox="1"/>
          <p:nvPr/>
        </p:nvSpPr>
        <p:spPr>
          <a:xfrm>
            <a:off x="347657" y="3290061"/>
            <a:ext cx="5021549" cy="646331"/>
          </a:xfrm>
          <a:prstGeom prst="rect">
            <a:avLst/>
          </a:prstGeom>
          <a:noFill/>
        </p:spPr>
        <p:txBody>
          <a:bodyPr wrap="square" rtlCol="0">
            <a:spAutoFit/>
          </a:bodyPr>
          <a:lstStyle/>
          <a:p>
            <a:pPr lvl="0"/>
            <a:r>
              <a:rPr lang="en-IN" sz="1200" dirty="0"/>
              <a:t>Centralized </a:t>
            </a:r>
            <a:r>
              <a:rPr lang="en-IN" sz="1200" b="1" dirty="0"/>
              <a:t>job and internship updates</a:t>
            </a:r>
            <a:r>
              <a:rPr lang="en-IN" sz="1200" dirty="0"/>
              <a:t> with eligibility, deadline and application links. </a:t>
            </a:r>
          </a:p>
          <a:p>
            <a:pPr lvl="0"/>
            <a:r>
              <a:rPr lang="en-IN" sz="1200" dirty="0"/>
              <a:t>Reduces the chance of students missing relevant opportunities.</a:t>
            </a:r>
          </a:p>
        </p:txBody>
      </p:sp>
      <p:sp>
        <p:nvSpPr>
          <p:cNvPr id="76" name="TextBox 75">
            <a:extLst>
              <a:ext uri="{FF2B5EF4-FFF2-40B4-BE49-F238E27FC236}">
                <a16:creationId xmlns:a16="http://schemas.microsoft.com/office/drawing/2014/main" id="{EBF0A3A5-0DF6-F0CE-B68E-0687CE699DD9}"/>
              </a:ext>
            </a:extLst>
          </p:cNvPr>
          <p:cNvSpPr txBox="1"/>
          <p:nvPr/>
        </p:nvSpPr>
        <p:spPr>
          <a:xfrm>
            <a:off x="347658" y="4005031"/>
            <a:ext cx="5021549" cy="1015663"/>
          </a:xfrm>
          <a:prstGeom prst="rect">
            <a:avLst/>
          </a:prstGeom>
          <a:noFill/>
        </p:spPr>
        <p:txBody>
          <a:bodyPr wrap="square" rtlCol="0">
            <a:spAutoFit/>
          </a:bodyPr>
          <a:lstStyle/>
          <a:p>
            <a:pPr lvl="0"/>
            <a:r>
              <a:rPr lang="en-IN" sz="1200" dirty="0"/>
              <a:t>Official batch and department communities provide organized communication. </a:t>
            </a:r>
          </a:p>
          <a:p>
            <a:pPr lvl="0"/>
            <a:r>
              <a:rPr lang="en-IN" sz="1200" dirty="0"/>
              <a:t>Clubs, hostels and student groups can operate within the same ecosystem. </a:t>
            </a:r>
          </a:p>
          <a:p>
            <a:pPr lvl="0"/>
            <a:r>
              <a:rPr lang="en-IN" sz="1200" dirty="0"/>
              <a:t>Secure in-app messaging enables communication without exposing personal phone numbers</a:t>
            </a:r>
          </a:p>
        </p:txBody>
      </p:sp>
      <p:sp>
        <p:nvSpPr>
          <p:cNvPr id="77" name="TextBox 76">
            <a:extLst>
              <a:ext uri="{FF2B5EF4-FFF2-40B4-BE49-F238E27FC236}">
                <a16:creationId xmlns:a16="http://schemas.microsoft.com/office/drawing/2014/main" id="{41C40530-1AA7-549C-66BC-6E08270137CB}"/>
              </a:ext>
            </a:extLst>
          </p:cNvPr>
          <p:cNvSpPr txBox="1"/>
          <p:nvPr/>
        </p:nvSpPr>
        <p:spPr>
          <a:xfrm>
            <a:off x="347658" y="5097276"/>
            <a:ext cx="5021549" cy="646331"/>
          </a:xfrm>
          <a:prstGeom prst="rect">
            <a:avLst/>
          </a:prstGeom>
          <a:noFill/>
        </p:spPr>
        <p:txBody>
          <a:bodyPr wrap="square" rtlCol="0">
            <a:spAutoFit/>
          </a:bodyPr>
          <a:lstStyle/>
          <a:p>
            <a:r>
              <a:rPr lang="en-IN" sz="1200" dirty="0"/>
              <a:t>Push notifications for </a:t>
            </a:r>
            <a:r>
              <a:rPr lang="en-IN" sz="1200" b="1" dirty="0"/>
              <a:t>new notices, PYQs, events, jobs and messages</a:t>
            </a:r>
            <a:r>
              <a:rPr lang="en-IN" sz="1200" dirty="0"/>
              <a:t>.</a:t>
            </a:r>
          </a:p>
          <a:p>
            <a:r>
              <a:rPr lang="en-IN" sz="1200" dirty="0"/>
              <a:t>Category-based notifications prevent unnecessary information overload</a:t>
            </a:r>
          </a:p>
          <a:p>
            <a:r>
              <a:rPr lang="en-IN" sz="1200" dirty="0"/>
              <a:t>Calendar-based event organization makes important activities easier to track</a:t>
            </a:r>
            <a:r>
              <a:rPr lang="en-IN" sz="1000" dirty="0"/>
              <a:t>.</a:t>
            </a:r>
          </a:p>
        </p:txBody>
      </p:sp>
      <p:sp>
        <p:nvSpPr>
          <p:cNvPr id="78" name="TextBox 77">
            <a:extLst>
              <a:ext uri="{FF2B5EF4-FFF2-40B4-BE49-F238E27FC236}">
                <a16:creationId xmlns:a16="http://schemas.microsoft.com/office/drawing/2014/main" id="{A81EB881-FC03-044F-FC21-EEF767B46EDC}"/>
              </a:ext>
            </a:extLst>
          </p:cNvPr>
          <p:cNvSpPr txBox="1"/>
          <p:nvPr/>
        </p:nvSpPr>
        <p:spPr>
          <a:xfrm>
            <a:off x="470823" y="5939410"/>
            <a:ext cx="5244362" cy="461665"/>
          </a:xfrm>
          <a:prstGeom prst="rect">
            <a:avLst/>
          </a:prstGeom>
          <a:noFill/>
        </p:spPr>
        <p:txBody>
          <a:bodyPr wrap="square" rtlCol="0">
            <a:spAutoFit/>
          </a:bodyPr>
          <a:lstStyle/>
          <a:p>
            <a:r>
              <a:rPr lang="en-IN" sz="1200" dirty="0"/>
              <a:t>Marketplace enables students to exchange </a:t>
            </a:r>
            <a:r>
              <a:rPr lang="en-IN" sz="1200" b="1" dirty="0"/>
              <a:t>old books, instruments and useful academic items</a:t>
            </a:r>
            <a:endParaRPr lang="en-IN" sz="1200" dirty="0"/>
          </a:p>
        </p:txBody>
      </p:sp>
      <p:sp>
        <p:nvSpPr>
          <p:cNvPr id="80" name="Text 1">
            <a:extLst>
              <a:ext uri="{FF2B5EF4-FFF2-40B4-BE49-F238E27FC236}">
                <a16:creationId xmlns:a16="http://schemas.microsoft.com/office/drawing/2014/main" id="{DF09C0F8-E569-B266-5A77-4D57940F861E}"/>
              </a:ext>
            </a:extLst>
          </p:cNvPr>
          <p:cNvSpPr txBox="1"/>
          <p:nvPr/>
        </p:nvSpPr>
        <p:spPr>
          <a:xfrm>
            <a:off x="311919" y="5693244"/>
            <a:ext cx="4241419" cy="318839"/>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6.STUDENT TO STUDENT RESOURCE SHARING</a:t>
            </a:r>
            <a:endParaRPr lang="en-US" sz="1200" dirty="0"/>
          </a:p>
        </p:txBody>
      </p:sp>
      <p:sp>
        <p:nvSpPr>
          <p:cNvPr id="84" name="Text 1">
            <a:extLst>
              <a:ext uri="{FF2B5EF4-FFF2-40B4-BE49-F238E27FC236}">
                <a16:creationId xmlns:a16="http://schemas.microsoft.com/office/drawing/2014/main" id="{06A8400F-B406-751C-36CA-D82DFF7A60FE}"/>
              </a:ext>
            </a:extLst>
          </p:cNvPr>
          <p:cNvSpPr txBox="1"/>
          <p:nvPr/>
        </p:nvSpPr>
        <p:spPr>
          <a:xfrm>
            <a:off x="6141720" y="1668137"/>
            <a:ext cx="3068372" cy="262252"/>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STUDENTS – Primary Users</a:t>
            </a:r>
            <a:endParaRPr lang="en-US" sz="1200" dirty="0"/>
          </a:p>
        </p:txBody>
      </p:sp>
      <p:sp>
        <p:nvSpPr>
          <p:cNvPr id="86" name="Text 1">
            <a:extLst>
              <a:ext uri="{FF2B5EF4-FFF2-40B4-BE49-F238E27FC236}">
                <a16:creationId xmlns:a16="http://schemas.microsoft.com/office/drawing/2014/main" id="{F65805C8-B2B8-0185-74CF-CF93EC89B97C}"/>
              </a:ext>
            </a:extLst>
          </p:cNvPr>
          <p:cNvSpPr txBox="1"/>
          <p:nvPr/>
        </p:nvSpPr>
        <p:spPr>
          <a:xfrm>
            <a:off x="6115439" y="2956033"/>
            <a:ext cx="2760462" cy="262252"/>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2.FASTER ACADEMIC ACCESS</a:t>
            </a:r>
            <a:endParaRPr lang="en-US" sz="1200" dirty="0"/>
          </a:p>
        </p:txBody>
      </p:sp>
      <p:sp>
        <p:nvSpPr>
          <p:cNvPr id="88" name="Text 1">
            <a:extLst>
              <a:ext uri="{FF2B5EF4-FFF2-40B4-BE49-F238E27FC236}">
                <a16:creationId xmlns:a16="http://schemas.microsoft.com/office/drawing/2014/main" id="{3F895BFD-E55B-3BC6-AE88-9E04DC328AB1}"/>
              </a:ext>
            </a:extLst>
          </p:cNvPr>
          <p:cNvSpPr txBox="1"/>
          <p:nvPr/>
        </p:nvSpPr>
        <p:spPr>
          <a:xfrm>
            <a:off x="6115439" y="3708220"/>
            <a:ext cx="3056431" cy="268708"/>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3.BETTER CAREER OPPOURTUNITIES</a:t>
            </a:r>
            <a:endParaRPr lang="en-US" sz="1200" dirty="0"/>
          </a:p>
        </p:txBody>
      </p:sp>
      <p:sp>
        <p:nvSpPr>
          <p:cNvPr id="90" name="Text 1">
            <a:extLst>
              <a:ext uri="{FF2B5EF4-FFF2-40B4-BE49-F238E27FC236}">
                <a16:creationId xmlns:a16="http://schemas.microsoft.com/office/drawing/2014/main" id="{2475B358-2BF6-BAEF-8315-1E3219099587}"/>
              </a:ext>
            </a:extLst>
          </p:cNvPr>
          <p:cNvSpPr txBox="1"/>
          <p:nvPr/>
        </p:nvSpPr>
        <p:spPr>
          <a:xfrm>
            <a:off x="6153660" y="4567200"/>
            <a:ext cx="3336349" cy="310531"/>
          </a:xfrm>
          <a:prstGeom prst="rect">
            <a:avLst/>
          </a:prstGeom>
          <a:noFill/>
          <a:ln/>
        </p:spPr>
        <p:txBody>
          <a:bodyPr wrap="square" lIns="0" tIns="0" rIns="0" bIns="0" rtlCol="0" anchor="ctr"/>
          <a:lstStyle/>
          <a:p>
            <a:pPr marL="0" indent="0">
              <a:buNone/>
            </a:pPr>
            <a:r>
              <a:rPr lang="en-US" sz="1200" b="1" kern="0" spc="200" dirty="0">
                <a:solidFill>
                  <a:srgbClr val="7A1E1E"/>
                </a:solidFill>
                <a:latin typeface="Calibri" pitchFamily="34" charset="0"/>
                <a:ea typeface="Calibri" pitchFamily="34" charset="-122"/>
                <a:cs typeface="Calibri" pitchFamily="34" charset="-120"/>
              </a:rPr>
              <a:t>4.STRONGER CAMPUS COMMUNITY</a:t>
            </a:r>
            <a:endParaRPr lang="en-US" sz="1200" dirty="0"/>
          </a:p>
        </p:txBody>
      </p:sp>
      <p:sp>
        <p:nvSpPr>
          <p:cNvPr id="94" name="TextBox 93">
            <a:extLst>
              <a:ext uri="{FF2B5EF4-FFF2-40B4-BE49-F238E27FC236}">
                <a16:creationId xmlns:a16="http://schemas.microsoft.com/office/drawing/2014/main" id="{0025F91F-A6BC-B6F8-BDEB-C17757F14C2C}"/>
              </a:ext>
            </a:extLst>
          </p:cNvPr>
          <p:cNvSpPr txBox="1"/>
          <p:nvPr/>
        </p:nvSpPr>
        <p:spPr>
          <a:xfrm>
            <a:off x="6189399" y="1862298"/>
            <a:ext cx="5021549" cy="1015663"/>
          </a:xfrm>
          <a:prstGeom prst="rect">
            <a:avLst/>
          </a:prstGeom>
          <a:noFill/>
        </p:spPr>
        <p:txBody>
          <a:bodyPr wrap="square" rtlCol="0">
            <a:spAutoFit/>
          </a:bodyPr>
          <a:lstStyle/>
          <a:p>
            <a:pPr lvl="0"/>
            <a:r>
              <a:rPr lang="en-IN" sz="1200" dirty="0"/>
              <a:t>Undergraduate and postgraduate students </a:t>
            </a:r>
          </a:p>
          <a:p>
            <a:pPr lvl="0"/>
            <a:r>
              <a:rPr lang="en-IN" sz="1200" dirty="0"/>
              <a:t>Students looking for academic resources </a:t>
            </a:r>
          </a:p>
          <a:p>
            <a:pPr lvl="0"/>
            <a:r>
              <a:rPr lang="en-IN" sz="1200" dirty="0"/>
              <a:t>Students searching for internships/jobs </a:t>
            </a:r>
          </a:p>
          <a:p>
            <a:pPr lvl="0"/>
            <a:r>
              <a:rPr lang="en-IN" sz="1200" dirty="0"/>
              <a:t>Students participating in clubs, communities and campus events </a:t>
            </a:r>
          </a:p>
          <a:p>
            <a:pPr lvl="0"/>
            <a:r>
              <a:rPr lang="en-IN" sz="1200" dirty="0"/>
              <a:t>Students buying/selling used academic materials</a:t>
            </a:r>
          </a:p>
        </p:txBody>
      </p:sp>
      <p:sp>
        <p:nvSpPr>
          <p:cNvPr id="96" name="TextBox 95">
            <a:extLst>
              <a:ext uri="{FF2B5EF4-FFF2-40B4-BE49-F238E27FC236}">
                <a16:creationId xmlns:a16="http://schemas.microsoft.com/office/drawing/2014/main" id="{093A2424-F314-B41D-777C-D8777385E626}"/>
              </a:ext>
            </a:extLst>
          </p:cNvPr>
          <p:cNvSpPr txBox="1"/>
          <p:nvPr/>
        </p:nvSpPr>
        <p:spPr>
          <a:xfrm>
            <a:off x="6198884" y="3246554"/>
            <a:ext cx="5021549" cy="461665"/>
          </a:xfrm>
          <a:prstGeom prst="rect">
            <a:avLst/>
          </a:prstGeom>
          <a:noFill/>
        </p:spPr>
        <p:txBody>
          <a:bodyPr wrap="square" rtlCol="0">
            <a:spAutoFit/>
          </a:bodyPr>
          <a:lstStyle/>
          <a:p>
            <a:pPr lvl="0"/>
            <a:r>
              <a:rPr lang="en-IN" sz="1200" dirty="0"/>
              <a:t>Students can quickly find </a:t>
            </a:r>
            <a:r>
              <a:rPr lang="en-IN" sz="1200" b="1" dirty="0"/>
              <a:t>syllabus, notes, PYQs and study resources</a:t>
            </a:r>
            <a:r>
              <a:rPr lang="en-IN" sz="1200" dirty="0"/>
              <a:t> by department, semester and subject.</a:t>
            </a:r>
          </a:p>
        </p:txBody>
      </p:sp>
      <p:sp>
        <p:nvSpPr>
          <p:cNvPr id="98" name="TextBox 97">
            <a:extLst>
              <a:ext uri="{FF2B5EF4-FFF2-40B4-BE49-F238E27FC236}">
                <a16:creationId xmlns:a16="http://schemas.microsoft.com/office/drawing/2014/main" id="{14211A68-8A4E-2BE4-4DFE-819CCD2C1424}"/>
              </a:ext>
            </a:extLst>
          </p:cNvPr>
          <p:cNvSpPr txBox="1"/>
          <p:nvPr/>
        </p:nvSpPr>
        <p:spPr>
          <a:xfrm>
            <a:off x="6198885" y="3961502"/>
            <a:ext cx="5021549" cy="646331"/>
          </a:xfrm>
          <a:prstGeom prst="rect">
            <a:avLst/>
          </a:prstGeom>
          <a:noFill/>
        </p:spPr>
        <p:txBody>
          <a:bodyPr wrap="square" rtlCol="0">
            <a:spAutoFit/>
          </a:bodyPr>
          <a:lstStyle/>
          <a:p>
            <a:pPr lvl="0"/>
            <a:r>
              <a:rPr lang="en-IN" sz="1200" dirty="0"/>
              <a:t>Centralized </a:t>
            </a:r>
            <a:r>
              <a:rPr lang="en-IN" sz="1200" b="1" dirty="0"/>
              <a:t>job and internship updates</a:t>
            </a:r>
            <a:r>
              <a:rPr lang="en-IN" sz="1200" dirty="0"/>
              <a:t> with eligibility, deadline and application links. </a:t>
            </a:r>
          </a:p>
          <a:p>
            <a:pPr lvl="0"/>
            <a:r>
              <a:rPr lang="en-IN" sz="1200" dirty="0"/>
              <a:t>Reduces the chance of students missing relevant opportunities.</a:t>
            </a:r>
          </a:p>
        </p:txBody>
      </p:sp>
      <p:sp>
        <p:nvSpPr>
          <p:cNvPr id="100" name="TextBox 99">
            <a:extLst>
              <a:ext uri="{FF2B5EF4-FFF2-40B4-BE49-F238E27FC236}">
                <a16:creationId xmlns:a16="http://schemas.microsoft.com/office/drawing/2014/main" id="{8262EE22-0795-8C95-1261-2E14E3970850}"/>
              </a:ext>
            </a:extLst>
          </p:cNvPr>
          <p:cNvSpPr txBox="1"/>
          <p:nvPr/>
        </p:nvSpPr>
        <p:spPr>
          <a:xfrm>
            <a:off x="6189399" y="4877731"/>
            <a:ext cx="5021549" cy="1015663"/>
          </a:xfrm>
          <a:prstGeom prst="rect">
            <a:avLst/>
          </a:prstGeom>
          <a:noFill/>
        </p:spPr>
        <p:txBody>
          <a:bodyPr wrap="square" rtlCol="0">
            <a:spAutoFit/>
          </a:bodyPr>
          <a:lstStyle/>
          <a:p>
            <a:pPr lvl="0"/>
            <a:r>
              <a:rPr lang="en-IN" sz="1200" dirty="0"/>
              <a:t>Official batch and department communities provide organized communication. </a:t>
            </a:r>
          </a:p>
          <a:p>
            <a:pPr lvl="0"/>
            <a:r>
              <a:rPr lang="en-IN" sz="1200" dirty="0"/>
              <a:t>Clubs, hostels and student groups can operate within the same ecosystem. </a:t>
            </a:r>
          </a:p>
          <a:p>
            <a:pPr lvl="0"/>
            <a:r>
              <a:rPr lang="en-IN" sz="1200" dirty="0"/>
              <a:t>Secure in-app messaging enables communication without exposing personal phone numbers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585</TotalTime>
  <Words>1494</Words>
  <Application>Microsoft Office PowerPoint</Application>
  <PresentationFormat>Widescreen</PresentationFormat>
  <Paragraphs>180</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Algerian</vt:lpstr>
      <vt:lpstr>Arial</vt:lpstr>
      <vt:lpstr>Bookman Old Style</vt:lpstr>
      <vt:lpstr>Calibri</vt:lpstr>
      <vt:lpstr>Copperplate Gothic Bold</vt:lpstr>
      <vt:lpstr>Wingdings</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Dipu Bar</cp:lastModifiedBy>
  <cp:revision>8</cp:revision>
  <dcterms:created xsi:type="dcterms:W3CDTF">2026-09-16T14:41:52Z</dcterms:created>
  <dcterms:modified xsi:type="dcterms:W3CDTF">2026-09-21T22:02:31Z</dcterms:modified>
</cp:coreProperties>
</file>